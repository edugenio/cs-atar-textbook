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3f3acb295b454d" /><Relationship Type="http://schemas.openxmlformats.org/officeDocument/2006/relationships/extended-properties" Target="/docProps/app.xml" Id="Ra75adb9752e242b4" /><Relationship Type="http://schemas.openxmlformats.org/officeDocument/2006/relationships/officeDocument" Target="/ppt/presentation.xml" Id="R707bcbbfe31348ad" /></Relationships>
</file>

<file path=ppt/presentation.xml><?xml version="1.0" encoding="utf-8"?>
<p:presentation xmlns:p="http://schemas.openxmlformats.org/presentationml/2006/main">
  <p:sldMasterIdLst>
    <p:sldMasterId xmlns:r="http://schemas.openxmlformats.org/officeDocument/2006/relationships" id="2147483648" r:id="R1d49ce442d0a449c"/>
  </p:sldMasterIdLst>
  <p:notesMasterIdLst>
    <p:notesMasterId xmlns:r="http://schemas.openxmlformats.org/officeDocument/2006/relationships" r:id="R5bcbfbd0eb0949dd"/>
  </p:notesMasterIdLst>
  <p:sldIdLst>
    <p:sldId xmlns:r="http://schemas.openxmlformats.org/officeDocument/2006/relationships" id="256" r:id="R64b2311d413d466d"/>
    <p:sldId xmlns:r="http://schemas.openxmlformats.org/officeDocument/2006/relationships" id="257" r:id="Rb95e80848f184ae7"/>
    <p:sldId xmlns:r="http://schemas.openxmlformats.org/officeDocument/2006/relationships" id="258" r:id="R3286615289454801"/>
    <p:sldId xmlns:r="http://schemas.openxmlformats.org/officeDocument/2006/relationships" id="259" r:id="Rdb85cf03d50e4891"/>
    <p:sldId xmlns:r="http://schemas.openxmlformats.org/officeDocument/2006/relationships" id="260" r:id="R9639205f00964843"/>
    <p:sldId xmlns:r="http://schemas.openxmlformats.org/officeDocument/2006/relationships" id="261" r:id="R432c5f467ff745fb"/>
    <p:sldId xmlns:r="http://schemas.openxmlformats.org/officeDocument/2006/relationships" id="262" r:id="R47304a4670fa4107"/>
    <p:sldId xmlns:r="http://schemas.openxmlformats.org/officeDocument/2006/relationships" id="263" r:id="Rbf7eeafe245a49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dc63ec710d4d85" /><Relationship Type="http://schemas.openxmlformats.org/officeDocument/2006/relationships/slideMaster" Target="/ppt/slideMasters/slideMaster1.xml" Id="R1d49ce442d0a449c" /><Relationship Type="http://schemas.openxmlformats.org/officeDocument/2006/relationships/notesMaster" Target="/ppt/notesMasters/notesMaster1.xml" Id="R5bcbfbd0eb0949dd" /><Relationship Type="http://schemas.openxmlformats.org/officeDocument/2006/relationships/presProps" Target="/ppt/presProps.xml" Id="Rdfa32c5ee6a14239" /><Relationship Type="http://schemas.openxmlformats.org/officeDocument/2006/relationships/tableStyles" Target="/ppt/tableStyles.xml" Id="Rc055392e22884be8" /><Relationship Type="http://schemas.openxmlformats.org/officeDocument/2006/relationships/slide" Target="/ppt/slides/slide1.xml" Id="R64b2311d413d466d" /><Relationship Type="http://schemas.openxmlformats.org/officeDocument/2006/relationships/slide" Target="/ppt/slides/slide2.xml" Id="Rb95e80848f184ae7" /><Relationship Type="http://schemas.openxmlformats.org/officeDocument/2006/relationships/slide" Target="/ppt/slides/slide3.xml" Id="R3286615289454801" /><Relationship Type="http://schemas.openxmlformats.org/officeDocument/2006/relationships/slide" Target="/ppt/slides/slide4.xml" Id="Rdb85cf03d50e4891" /><Relationship Type="http://schemas.openxmlformats.org/officeDocument/2006/relationships/slide" Target="/ppt/slides/slide5.xml" Id="R9639205f00964843" /><Relationship Type="http://schemas.openxmlformats.org/officeDocument/2006/relationships/slide" Target="/ppt/slides/slide6.xml" Id="R432c5f467ff745fb" /><Relationship Type="http://schemas.openxmlformats.org/officeDocument/2006/relationships/slide" Target="/ppt/slides/slide7.xml" Id="R47304a4670fa4107" /><Relationship Type="http://schemas.openxmlformats.org/officeDocument/2006/relationships/slide" Target="/ppt/slides/slide8.xml" Id="Rbf7eeafe245a49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b3eb3d568c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00e4e266a84030" /><Relationship Type="http://schemas.openxmlformats.org/officeDocument/2006/relationships/notesMaster" Target="/ppt/notesMasters/notesMaster1.xml" Id="Raaf82e04ccce41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d7a96c60904eac" /><Relationship Type="http://schemas.openxmlformats.org/officeDocument/2006/relationships/notesMaster" Target="/ppt/notesMasters/notesMaster1.xml" Id="Re96cd27e1b5b44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dda4e1975244f2" /><Relationship Type="http://schemas.openxmlformats.org/officeDocument/2006/relationships/notesMaster" Target="/ppt/notesMasters/notesMaster1.xml" Id="R43711054fa524d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6888a8222b4273" /><Relationship Type="http://schemas.openxmlformats.org/officeDocument/2006/relationships/notesMaster" Target="/ppt/notesMasters/notesMaster1.xml" Id="Rfd349602a05d42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3e97d3f57544d8" /><Relationship Type="http://schemas.openxmlformats.org/officeDocument/2006/relationships/notesMaster" Target="/ppt/notesMasters/notesMaster1.xml" Id="R6c95dd1bd64747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5409025f0b47e3" /><Relationship Type="http://schemas.openxmlformats.org/officeDocument/2006/relationships/notesMaster" Target="/ppt/notesMasters/notesMaster1.xml" Id="R409681f1f3e142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357bb118a34f13" /><Relationship Type="http://schemas.openxmlformats.org/officeDocument/2006/relationships/notesMaster" Target="/ppt/notesMasters/notesMaster1.xml" Id="Ra6286a54c03642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ffbc2a23d449bb" /><Relationship Type="http://schemas.openxmlformats.org/officeDocument/2006/relationships/notesMaster" Target="/ppt/notesMasters/notesMaster1.xml" Id="R7b55d19246a247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Use the equipment desk scenario from Week 1. Choose keys that preserve valid borrowing history. All activities are ungraded. Suggested timings can be adjusted.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partner explanation</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EquipmentID identifies each item. The chosen primary key must be unique and required. Descriptions and borrower display labels can repeat. A primary key may use one field or a group of fields.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with teacher explanation</a:t>
            </a:r>
          </a:p>
          <a:p xmlns:a="http://schemas.openxmlformats.org/drawingml/2006/main">
            <a:r>
              <a:t>Suggested time: 6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Minimal means no attribute can be removed without losing uniqueness under the agreed rules. Minimal does not mean shortest text. A composite key can be a primary key. A foreign key may refer to another table or the same table and its values may repeat. Our required foreign keys refer to existing parent primary keys. Source: https://www.postgresql.org/docs/current/ddl-constraints.html .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and teacher modelling</a:t>
            </a:r>
          </a:p>
          <a:p xmlns:a="http://schemas.openxmlformats.org/drawingml/2006/main">
            <a:r>
              <a:t>Suggested time: 10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Trace L003 to Borrower B001 (Learner A), Equipment E03 (Recorder), then Equipment.CategoryID C03 to Category C03 (Audio). Equipment.CategoryID is another required FK. The foreign keys identify the referenced borrower and item, not this loan event. BorrowerID repeats in Loan because borrowers can have multiple events.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practice with exchanged roles</a:t>
            </a:r>
          </a:p>
          <a:p xmlns:a="http://schemas.openxmlformats.org/drawingml/2006/main">
            <a:r>
              <a:t>Suggested time: 10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These are the two existing events in the dataset. L005 is returned, L002 is active. Do not use the borrower/item pair alone as Loan’s key. Adding a new future event needs a new LoanID and separate checks against overlapping active loans. An FK alone does not enforce that business rule.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Use workbook questions 2, 3, 6, 7 and 9 as selected practice. Duplicate L001 violates PK uniqueness. B999 is absent from Borrower, so a required FK must reject it. For the separate WorkshopEnrolment example, assume one enrolment per borrower/workshop pair: (BorrowerID, WorkshopID) can be a composite PK. Either field alone may repeat. Example pairs B001/W01, B001/W02 and B002/W01 are permitted, while another B001/W01 is not. The extension is not a fifth table in the equipment model.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No. BorrowerID is a foreign key in Loan and may repeat. LoanID is the chosen primary key of Loan and must remain unique. B001 must exist in Borrower for both references. A field can have different key roles in different tables.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Candidate-key status depends on the intended rules for all valid data, including future records. The school may register two borrowers with the same label. A sample can expose a failed uniqueness claim but cannot establish a permanent uniqueness requirement by itself.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a5d895881344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a2c128210e47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479261fd4043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e62585b53048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1d530e89634d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076ca41ec443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9cdd7ef86d43f1" /><Relationship Type="http://schemas.openxmlformats.org/officeDocument/2006/relationships/slideLayout" Target="/ppt/slideLayouts/slideLayout1.xml" Id="Ra4465efd941c43b8" /><Relationship Type="http://schemas.openxmlformats.org/officeDocument/2006/relationships/slideLayout" Target="/ppt/slideLayouts/slideLayout2.xml" Id="R0a3fb0a6129f4c1d" /><Relationship Type="http://schemas.openxmlformats.org/officeDocument/2006/relationships/slideLayout" Target="/ppt/slideLayouts/slideLayout3.xml" Id="Reab0970f84964c06" /><Relationship Type="http://schemas.openxmlformats.org/officeDocument/2006/relationships/slideLayout" Target="/ppt/slideLayouts/slideLayout4.xml" Id="R61be81e7628544ca" /><Relationship Type="http://schemas.openxmlformats.org/officeDocument/2006/relationships/slideLayout" Target="/ppt/slideLayouts/slideLayout5.xml" Id="Rbe6133da655e48de" /><Relationship Type="http://schemas.openxmlformats.org/officeDocument/2006/relationships/slideLayout" Target="/ppt/slideLayouts/slideLayout6.xml" Id="R8075f59150994d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465efd941c43b8"/>
    <p:sldLayoutId xmlns:r="http://schemas.openxmlformats.org/officeDocument/2006/relationships" id="2147483650" r:id="R0a3fb0a6129f4c1d"/>
    <p:sldLayoutId xmlns:r="http://schemas.openxmlformats.org/officeDocument/2006/relationships" id="2147483651" r:id="Reab0970f84964c06"/>
    <p:sldLayoutId xmlns:r="http://schemas.openxmlformats.org/officeDocument/2006/relationships" id="2147483652" r:id="R61be81e7628544ca"/>
    <p:sldLayoutId xmlns:r="http://schemas.openxmlformats.org/officeDocument/2006/relationships" id="2147483653" r:id="Rbe6133da655e48de"/>
    <p:sldLayoutId xmlns:r="http://schemas.openxmlformats.org/officeDocument/2006/relationships" id="2147483654" r:id="R8075f59150994d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713ab679f24510" /><Relationship Type="http://schemas.openxmlformats.org/officeDocument/2006/relationships/notesSlide" Target="/ppt/notesSlides/notesSlide1.xml" Id="R8d468421d8d249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356bca2e1514366" /><Relationship Type="http://schemas.openxmlformats.org/officeDocument/2006/relationships/notesSlide" Target="/ppt/notesSlides/notesSlide2.xml" Id="R8a30002f0f8b4f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850725f69543a6" /><Relationship Type="http://schemas.openxmlformats.org/officeDocument/2006/relationships/notesSlide" Target="/ppt/notesSlides/notesSlide3.xml" Id="R7e8eb411118547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d78f6c46784bcf" /><Relationship Type="http://schemas.openxmlformats.org/officeDocument/2006/relationships/notesSlide" Target="/ppt/notesSlides/notesSlide4.xml" Id="R4f3c23fa18c940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ee55df370d34855" /><Relationship Type="http://schemas.openxmlformats.org/officeDocument/2006/relationships/notesSlide" Target="/ppt/notesSlides/notesSlide5.xml" Id="R94be2fbc71874a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9d3e556df3b40be" /><Relationship Type="http://schemas.openxmlformats.org/officeDocument/2006/relationships/notesSlide" Target="/ppt/notesSlides/notesSlide6.xml" Id="R9144d8c5a6704e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ac7b8fb62e469f" /><Relationship Type="http://schemas.openxmlformats.org/officeDocument/2006/relationships/notesSlide" Target="/ppt/notesSlides/notesSlide7.xml" Id="R3fa820f373234a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c78fde754342b0" /><Relationship Type="http://schemas.openxmlformats.org/officeDocument/2006/relationships/notesSlide" Target="/ppt/notesSlides/notesSlide8.xml" Id="R7d380f5e0a3e492c"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Primary, foreign and composite keys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U2-W02-L02  ·  1/8  ·  Content CC BY 4.0 / code MIT</a:t>
            </a:r>
          </a:p>
        </p:txBody>
      </p:sp>
      <p:sp>
        <p:nvSpPr>
          <p:cNvPr id="6" name="Body 1">
            <a:extLst xmlns:a="http://schemas.openxmlformats.org/drawingml/2006/main">
              <a:ext uri="{FF2B5EF4-FFF2-40B4-BE49-F238E27FC236}">
                <a16:creationId xmlns:a16="http://schemas.microsoft.com/office/drawing/2014/main" id="{8AE64E77-5F7F-43A1-8AC0-E70ECA4560D5}"/>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2 · Lesson 2</a:t>
            </a:r>
          </a:p>
        </p:txBody>
      </p:sp>
      <p:sp>
        <p:nvSpPr>
          <p:cNvPr id="7" name="Body 2">
            <a:extLst xmlns:a="http://schemas.openxmlformats.org/drawingml/2006/main">
              <a:ext uri="{FF2B5EF4-FFF2-40B4-BE49-F238E27FC236}">
                <a16:creationId xmlns:a16="http://schemas.microsoft.com/office/drawing/2014/main" id="{9BB79463-7C16-4256-87E6-D1E8FFC9480F}"/>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keys that preserve valid borrowing history.</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Matching descriptions</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U2-W02-L02  ·  2/8  ·  Content CC BY 4.0 / code MIT</a:t>
            </a:r>
          </a:p>
        </p:txBody>
      </p:sp>
      <p:sp>
        <p:nvSpPr>
          <p:cNvPr id="8" name="Body 1">
            <a:extLst xmlns:a="http://schemas.openxmlformats.org/drawingml/2006/main">
              <a:ext uri="{FF2B5EF4-FFF2-40B4-BE49-F238E27FC236}">
                <a16:creationId xmlns:a16="http://schemas.microsoft.com/office/drawing/2014/main" id="{0FD08190-0D4C-4095-9963-F8D37CBD28E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E01 and E04 are both Camera.</a:t>
            </a:r>
          </a:p>
        </p:txBody>
      </p:sp>
      <p:sp>
        <p:nvSpPr>
          <p:cNvPr id="9" name="Body 2">
            <a:extLst xmlns:a="http://schemas.openxmlformats.org/drawingml/2006/main">
              <a:ext uri="{FF2B5EF4-FFF2-40B4-BE49-F238E27FC236}">
                <a16:creationId xmlns:a16="http://schemas.microsoft.com/office/drawing/2014/main" id="{6619570B-4263-43F6-A22B-BC9FD7BBC39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field distinguishes the items? What rule must it follow?</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Keys and their jobs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U2-W02-L02  ·  3/8  ·  Content CC BY 4.0 / code MIT</a:t>
            </a:r>
          </a:p>
        </p:txBody>
      </p:sp>
      <p:graphicFrame>
        <p:nvGraphicFramePr>
          <p:cNvPr id="5" name="">
            <a:extLst xmlns:a="http://schemas.openxmlformats.org/drawingml/2006/main">
              <a:ext uri="{FF2B5EF4-FFF2-40B4-BE49-F238E27FC236}">
                <a16:creationId xmlns:a16="http://schemas.microsoft.com/office/drawing/2014/main" id="{C83AEBDE-D93C-4287-990D-24441C73A9B8}"/>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Key</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Job in this model</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Candidate key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 minimal set that uniquely identifies a row</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Primary key (PK)</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The candidate key chosen for identification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Foreign key (FK)</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 reference to a permitted key</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Composite key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 key containing more than one attribute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loan uses three identifiers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U2-W02-L02  ·  4/8  ·  Content CC BY 4.0 / code MIT</a:t>
            </a:r>
          </a:p>
        </p:txBody>
      </p:sp>
      <p:graphicFrame>
        <p:nvGraphicFramePr>
          <p:cNvPr id="8" name="">
            <a:extLst xmlns:a="http://schemas.openxmlformats.org/drawingml/2006/main">
              <a:ext uri="{FF2B5EF4-FFF2-40B4-BE49-F238E27FC236}">
                <a16:creationId xmlns:a16="http://schemas.microsoft.com/office/drawing/2014/main" id="{23C2B728-D8D0-4453-ACA3-605353D50EC7}"/>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Loan field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Role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Example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LoanID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PK: identifies this event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L003</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BorrowerID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FK to Borrower.BorrowerID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B001</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FK to Equipment.EquipmentID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E03</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pair that can repeat</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U2-W02-L02  ·  5/8  ·  Content CC BY 4.0 / code MIT</a:t>
            </a:r>
          </a:p>
        </p:txBody>
      </p:sp>
      <p:sp>
        <p:nvSpPr>
          <p:cNvPr id="8" name="Body 1">
            <a:extLst xmlns:a="http://schemas.openxmlformats.org/drawingml/2006/main">
              <a:ext uri="{FF2B5EF4-FFF2-40B4-BE49-F238E27FC236}">
                <a16:creationId xmlns:a16="http://schemas.microsoft.com/office/drawing/2014/main" id="{B0D8A809-231B-4250-BE21-0C933683AB3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B002 borrowed E02 in L005 and again in L002.</a:t>
            </a:r>
          </a:p>
        </p:txBody>
      </p:sp>
      <p:sp>
        <p:nvSpPr>
          <p:cNvPr id="9" name="Body 2">
            <a:extLst xmlns:a="http://schemas.openxmlformats.org/drawingml/2006/main">
              <a:ext uri="{FF2B5EF4-FFF2-40B4-BE49-F238E27FC236}">
                <a16:creationId xmlns:a16="http://schemas.microsoft.com/office/drawing/2014/main" id="{EB12873E-E5F6-4B45-9469-0E3691247AC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pair (BorrowerID, EquipmentID) repeats legitimately.</a:t>
            </a:r>
          </a:p>
        </p:txBody>
      </p:sp>
      <p:sp>
        <p:nvSpPr>
          <p:cNvPr id="10" name="Body 3">
            <a:extLst xmlns:a="http://schemas.openxmlformats.org/drawingml/2006/main">
              <a:ext uri="{FF2B5EF4-FFF2-40B4-BE49-F238E27FC236}">
                <a16:creationId xmlns:a16="http://schemas.microsoft.com/office/drawing/2014/main" id="{35F6FAE3-BC5D-4A35-97FC-E18CBC3E153C}"/>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LoanID distinguishes these two borrowing events.</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Keys that reject the right errors</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U2-W02-L02  ·  6/8  ·  Content CC BY 4.0 / code MIT</a:t>
            </a:r>
          </a:p>
        </p:txBody>
      </p:sp>
      <p:sp>
        <p:nvSpPr>
          <p:cNvPr id="8" name="Body 1">
            <a:extLst xmlns:a="http://schemas.openxmlformats.org/drawingml/2006/main">
              <a:ext uri="{FF2B5EF4-FFF2-40B4-BE49-F238E27FC236}">
                <a16:creationId xmlns:a16="http://schemas.microsoft.com/office/drawing/2014/main" id="{2117588E-148E-40D4-85D1-8F2E1D5232B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Find every PK and FK in the four model tables.</a:t>
            </a:r>
          </a:p>
        </p:txBody>
      </p:sp>
      <p:sp>
        <p:nvSpPr>
          <p:cNvPr id="9" name="Body 2">
            <a:extLst xmlns:a="http://schemas.openxmlformats.org/drawingml/2006/main">
              <a:ext uri="{FF2B5EF4-FFF2-40B4-BE49-F238E27FC236}">
                <a16:creationId xmlns:a16="http://schemas.microsoft.com/office/drawing/2014/main" id="{81DCC374-542F-4975-8966-97F871300A2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duplicate LoanID L001 and borrower reference B999.</a:t>
            </a:r>
          </a:p>
        </p:txBody>
      </p:sp>
      <p:sp>
        <p:nvSpPr>
          <p:cNvPr id="10" name="Body 3">
            <a:extLst xmlns:a="http://schemas.openxmlformats.org/drawingml/2006/main">
              <a:ext uri="{FF2B5EF4-FFF2-40B4-BE49-F238E27FC236}">
                <a16:creationId xmlns:a16="http://schemas.microsoft.com/office/drawing/2014/main" id="{89DF39A9-0F42-4E15-9DD2-463EB539BC31}"/>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Workshop rule: one enrolment per borrower/workshop pair.</a:t>
            </a:r>
          </a:p>
        </p:txBody>
      </p:sp>
      <p:sp>
        <p:nvSpPr>
          <p:cNvPr id="11" name="Body 4">
            <a:extLst xmlns:a="http://schemas.openxmlformats.org/drawingml/2006/main">
              <a:ext uri="{FF2B5EF4-FFF2-40B4-BE49-F238E27FC236}">
                <a16:creationId xmlns:a16="http://schemas.microsoft.com/office/drawing/2014/main" id="{6ED50EB6-C507-4E04-9756-58963F2A2A2A}"/>
              </a:ext>
            </a:extLst>
          </p:cNvPr>
          <p:cNvSpPr>
            <a:spLocks xmlns:a="http://schemas.openxmlformats.org/drawingml/2006/main" noGrp="1"/>
          </p:cNvSpPr>
          <p:nvPr/>
        </p:nvSpPr>
        <p:spPr>
          <a:xfrm xmlns:a="http://schemas.openxmlformats.org/drawingml/2006/main">
            <a:off x="685800" y="3924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fields together could identify an enrolment?</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repeated foreign key</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U2-W02-L02  ·  7/8  ·  Content CC BY 4.0 / code MIT</a:t>
            </a:r>
          </a:p>
        </p:txBody>
      </p:sp>
      <p:sp>
        <p:nvSpPr>
          <p:cNvPr id="8" name="Body 1">
            <a:extLst xmlns:a="http://schemas.openxmlformats.org/drawingml/2006/main">
              <a:ext uri="{FF2B5EF4-FFF2-40B4-BE49-F238E27FC236}">
                <a16:creationId xmlns:a16="http://schemas.microsoft.com/office/drawing/2014/main" id="{8EECC959-F600-400A-B313-396F70E48C75}"/>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B001 appears in the BorrowerID field of two Loan rows.</a:t>
            </a:r>
          </a:p>
        </p:txBody>
      </p:sp>
      <p:sp>
        <p:nvSpPr>
          <p:cNvPr id="9" name="Body 2">
            <a:extLst xmlns:a="http://schemas.openxmlformats.org/drawingml/2006/main">
              <a:ext uri="{FF2B5EF4-FFF2-40B4-BE49-F238E27FC236}">
                <a16:creationId xmlns:a16="http://schemas.microsoft.com/office/drawing/2014/main" id="{3C0DA7D0-B099-49FB-8547-6312DE5D27C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this break key uniqueness? Explain which key matters.</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Rules beyond the sample</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U2-W02-L02  ·  8/8  ·  Content CC BY 4.0 / code MIT</a:t>
            </a:r>
          </a:p>
        </p:txBody>
      </p:sp>
      <p:sp>
        <p:nvSpPr>
          <p:cNvPr id="8" name="Body 1">
            <a:extLst xmlns:a="http://schemas.openxmlformats.org/drawingml/2006/main">
              <a:ext uri="{FF2B5EF4-FFF2-40B4-BE49-F238E27FC236}">
                <a16:creationId xmlns:a16="http://schemas.microsoft.com/office/drawing/2014/main" id="{B3AD1EA4-3A0E-46D9-9F30-B1D61D08A14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small dataset has no repeated borrower labels.</a:t>
            </a:r>
          </a:p>
        </p:txBody>
      </p:sp>
      <p:sp>
        <p:nvSpPr>
          <p:cNvPr id="9" name="Body 2">
            <a:extLst xmlns:a="http://schemas.openxmlformats.org/drawingml/2006/main">
              <a:ext uri="{FF2B5EF4-FFF2-40B4-BE49-F238E27FC236}">
                <a16:creationId xmlns:a16="http://schemas.microsoft.com/office/drawing/2014/main" id="{032F4697-419E-448F-9327-711582EEDF4D}"/>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this alone does not make the label a candidate key.</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2026-10-15T12:49:19.2770000Z</dcterms:created>
  <dcterms:modified xsi:type="dcterms:W3CDTF">2026-10-15T12:49:19.2770000Z</dcterms:modified>
</coreProperties>
</file>