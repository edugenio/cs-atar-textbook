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64f0cce6a400e" /><Relationship Type="http://schemas.openxmlformats.org/officeDocument/2006/relationships/extended-properties" Target="/docProps/app.xml" Id="R0d5ba042ada74f28" /><Relationship Type="http://schemas.openxmlformats.org/officeDocument/2006/relationships/officeDocument" Target="/ppt/presentation.xml" Id="R19821dc3307246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b70c97e004535"/>
  </p:sldMasterIdLst>
  <p:notesMasterIdLst>
    <p:notesMasterId xmlns:r="http://schemas.openxmlformats.org/officeDocument/2006/relationships" r:id="R394bf2f58ce94a61"/>
  </p:notesMasterIdLst>
  <p:sldIdLst>
    <p:sldId xmlns:r="http://schemas.openxmlformats.org/officeDocument/2006/relationships" id="256" r:id="R50a7dbb5238c4188"/>
    <p:sldId xmlns:r="http://schemas.openxmlformats.org/officeDocument/2006/relationships" id="257" r:id="R92e83909d63445a2"/>
    <p:sldId xmlns:r="http://schemas.openxmlformats.org/officeDocument/2006/relationships" id="258" r:id="Ra6fd1f742c7d478f"/>
    <p:sldId xmlns:r="http://schemas.openxmlformats.org/officeDocument/2006/relationships" id="259" r:id="Rdf81eb3147ba4f3d"/>
    <p:sldId xmlns:r="http://schemas.openxmlformats.org/officeDocument/2006/relationships" id="260" r:id="Rba413b88efbd4e24"/>
    <p:sldId xmlns:r="http://schemas.openxmlformats.org/officeDocument/2006/relationships" id="261" r:id="Red0c121151734492"/>
    <p:sldId xmlns:r="http://schemas.openxmlformats.org/officeDocument/2006/relationships" id="262" r:id="Rd25940de219148c5"/>
    <p:sldId xmlns:r="http://schemas.openxmlformats.org/officeDocument/2006/relationships" id="263" r:id="R48a4dbf1d7644d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c22b1f74c4593" /><Relationship Type="http://schemas.openxmlformats.org/officeDocument/2006/relationships/slideMaster" Target="/ppt/slideMasters/slideMaster1.xml" Id="Rf37b70c97e004535" /><Relationship Type="http://schemas.openxmlformats.org/officeDocument/2006/relationships/notesMaster" Target="/ppt/notesMasters/notesMaster1.xml" Id="R394bf2f58ce94a61" /><Relationship Type="http://schemas.openxmlformats.org/officeDocument/2006/relationships/presProps" Target="/ppt/presProps.xml" Id="Rb1f59e4dd5bd403a" /><Relationship Type="http://schemas.openxmlformats.org/officeDocument/2006/relationships/tableStyles" Target="/ppt/tableStyles.xml" Id="Rabb12952c246432b" /><Relationship Type="http://schemas.openxmlformats.org/officeDocument/2006/relationships/slide" Target="/ppt/slides/slide1.xml" Id="R50a7dbb5238c4188" /><Relationship Type="http://schemas.openxmlformats.org/officeDocument/2006/relationships/slide" Target="/ppt/slides/slide2.xml" Id="R92e83909d63445a2" /><Relationship Type="http://schemas.openxmlformats.org/officeDocument/2006/relationships/slide" Target="/ppt/slides/slide3.xml" Id="Ra6fd1f742c7d478f" /><Relationship Type="http://schemas.openxmlformats.org/officeDocument/2006/relationships/slide" Target="/ppt/slides/slide4.xml" Id="Rdf81eb3147ba4f3d" /><Relationship Type="http://schemas.openxmlformats.org/officeDocument/2006/relationships/slide" Target="/ppt/slides/slide5.xml" Id="Rba413b88efbd4e24" /><Relationship Type="http://schemas.openxmlformats.org/officeDocument/2006/relationships/slide" Target="/ppt/slides/slide6.xml" Id="Red0c121151734492" /><Relationship Type="http://schemas.openxmlformats.org/officeDocument/2006/relationships/slide" Target="/ppt/slides/slide7.xml" Id="Rd25940de219148c5" /><Relationship Type="http://schemas.openxmlformats.org/officeDocument/2006/relationships/slide" Target="/ppt/slides/slide8.xml" Id="R48a4dbf1d764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f211fe76a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089a5c0a847f4" /><Relationship Type="http://schemas.openxmlformats.org/officeDocument/2006/relationships/notesMaster" Target="/ppt/notesMasters/notesMaster1.xml" Id="Rcbc29cc061bf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5a3d46744b4248" /><Relationship Type="http://schemas.openxmlformats.org/officeDocument/2006/relationships/notesMaster" Target="/ppt/notesMasters/notesMaster1.xml" Id="R99be48cf73b2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ca131dedd4f05" /><Relationship Type="http://schemas.openxmlformats.org/officeDocument/2006/relationships/notesMaster" Target="/ppt/notesMasters/notesMaster1.xml" Id="Rce078d07ebcc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0e6684e9d7438f" /><Relationship Type="http://schemas.openxmlformats.org/officeDocument/2006/relationships/notesMaster" Target="/ppt/notesMasters/notesMaster1.xml" Id="R6920ef77ac76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54e578ce404c5d" /><Relationship Type="http://schemas.openxmlformats.org/officeDocument/2006/relationships/notesMaster" Target="/ppt/notesMasters/notesMaster1.xml" Id="R9945a4e704054d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b39734e92427b" /><Relationship Type="http://schemas.openxmlformats.org/officeDocument/2006/relationships/notesMaster" Target="/ppt/notesMasters/notesMaster1.xml" Id="R899514608f694e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45823b833d41eb" /><Relationship Type="http://schemas.openxmlformats.org/officeDocument/2006/relationships/notesMaster" Target="/ppt/notesMasters/notesMaster1.xml" Id="Ra8eaffd5b897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9c85c0c654a6a" /><Relationship Type="http://schemas.openxmlformats.org/officeDocument/2006/relationships/notesMaster" Target="/ppt/notesMasters/notesMaster1.xml" Id="Rf19095d20bd1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Explain why networked devices need shared rules. This is ungraded textbook learning. Suggested times can be adjusted to the class.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 include files, printers and a web service. Shared formats and responses let devices interpret a request. A cable alone does not specify the message meaning. Allow silent thinking before discussion. Ask a learner to justify an answer before revealing the explanation.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Distinguish a service from its communication rules and physical connection. Use the fictional library scenario.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message format, request meaning or response interpretation. HTTP is an application protocol. More layers handle transport and local delivery. Pause for predictions before discussing the expected result.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 handles web messages, SMTP transfers email, DNS provides name-related lookup information. HTTPS protects HTTP using TLS. Swap explaining and checking roles so both learners articulate the reasoning.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Pairs draft first, then each learner explains a changed resource independently. Accept a printer example if its service and rules are distinguished clearly. Offer the relevant worked example if needed, then use a changed case to check independent understanding.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Connectivity and agreement about message meaning are different requirements. Give thinking time and collect reasons, without recording scores.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useful answer names agreed rules and links them to interpreting an actual request or response. Use the response to select the next explanation or practice activity.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f9ec7504e48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1263f56fd49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0f1c4d06043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dfe8e6ed748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807efb0fd40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1a1a9fde14c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8b7e7896b74bb7" /><Relationship Type="http://schemas.openxmlformats.org/officeDocument/2006/relationships/slideLayout" Target="/ppt/slideLayouts/slideLayout1.xml" Id="R196c909ac216412f" /><Relationship Type="http://schemas.openxmlformats.org/officeDocument/2006/relationships/slideLayout" Target="/ppt/slideLayouts/slideLayout2.xml" Id="Ra8db399d5c45475b" /><Relationship Type="http://schemas.openxmlformats.org/officeDocument/2006/relationships/slideLayout" Target="/ppt/slideLayouts/slideLayout3.xml" Id="R962ad0612a954f12" /><Relationship Type="http://schemas.openxmlformats.org/officeDocument/2006/relationships/slideLayout" Target="/ppt/slideLayouts/slideLayout4.xml" Id="R698de7bb268d4436" /><Relationship Type="http://schemas.openxmlformats.org/officeDocument/2006/relationships/slideLayout" Target="/ppt/slideLayouts/slideLayout5.xml" Id="Rbe5544eb6d154b06" /><Relationship Type="http://schemas.openxmlformats.org/officeDocument/2006/relationships/slideLayout" Target="/ppt/slideLayouts/slideLayout6.xml" Id="R0454d1988096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c909ac216412f"/>
    <p:sldLayoutId xmlns:r="http://schemas.openxmlformats.org/officeDocument/2006/relationships" id="2147483650" r:id="Ra8db399d5c45475b"/>
    <p:sldLayoutId xmlns:r="http://schemas.openxmlformats.org/officeDocument/2006/relationships" id="2147483651" r:id="R962ad0612a954f12"/>
    <p:sldLayoutId xmlns:r="http://schemas.openxmlformats.org/officeDocument/2006/relationships" id="2147483652" r:id="R698de7bb268d4436"/>
    <p:sldLayoutId xmlns:r="http://schemas.openxmlformats.org/officeDocument/2006/relationships" id="2147483653" r:id="Rbe5544eb6d154b06"/>
    <p:sldLayoutId xmlns:r="http://schemas.openxmlformats.org/officeDocument/2006/relationships" id="2147483654" r:id="R0454d1988096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9370bd02d464e" /><Relationship Type="http://schemas.openxmlformats.org/officeDocument/2006/relationships/notesSlide" Target="/ppt/notesSlides/notesSlide1.xml" Id="R3e4a57477cdd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727e24ad24985" /><Relationship Type="http://schemas.openxmlformats.org/officeDocument/2006/relationships/notesSlide" Target="/ppt/notesSlides/notesSlide2.xml" Id="Rabad5034efc242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b0f9718d54a03" /><Relationship Type="http://schemas.openxmlformats.org/officeDocument/2006/relationships/notesSlide" Target="/ppt/notesSlides/notesSlide3.xml" Id="R9b4dd97964b6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6c398ed9f4c2c" /><Relationship Type="http://schemas.openxmlformats.org/officeDocument/2006/relationships/notesSlide" Target="/ppt/notesSlides/notesSlide4.xml" Id="R3793837b1a97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9e376f02a49fd" /><Relationship Type="http://schemas.openxmlformats.org/officeDocument/2006/relationships/notesSlide" Target="/ppt/notesSlides/notesSlide5.xml" Id="Rb54282f731314a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f41b67097451e" /><Relationship Type="http://schemas.openxmlformats.org/officeDocument/2006/relationships/notesSlide" Target="/ppt/notesSlides/notesSlide6.xml" Id="R3b83ac276c6647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a056f20c84af3" /><Relationship Type="http://schemas.openxmlformats.org/officeDocument/2006/relationships/notesSlide" Target="/ppt/notesSlides/notesSlide7.xml" Id="R07b47548c81240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1de7a63b6411b" /><Relationship Type="http://schemas.openxmlformats.org/officeDocument/2006/relationships/notesSlide" Target="/ppt/notesSlides/notesSlide8.xml" Id="R99a417146c704a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Protocols and shared resources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8557BF32-7C65-4828-8827-64A5D21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11 · Lesson 1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3D7E28A1-02B1-40DA-8A59-1DE42E86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why networked devices need shared rules.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4BCDA4F-F4B8-4C21-A587-780B056B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school resources do devices share?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0E3A803-8D29-4A87-8117-5B28DD0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could go wrong if message formats differ?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network request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95008-2AE2-4ED0-A3ED-93D7D7F2AB5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Library example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Client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Laptop requesting a 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Library web 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Rules for request and response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The links carrying the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useful request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95C517E-6F48-4E10-BA6E-DBA98D20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One device sends a request for a library page.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6A5E180-562B-4513-B63D-2B5D56B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 service interprets it and returns a response.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012AFFBF-7E5D-4829-B140-31B0A62C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a rule both ends need to agree on.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Protocol sorting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C77FCC1D-9162-437D-A3B0-1D7A440E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Match web requests, email transfer and name lookup.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B52C2F3-61E9-4E57-8AAB-A7D4E1A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HTTP, SMTP and DNS.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E722BD5-3E25-41B2-9EED-7982963E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job of each choice.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6BB975E-F936-46E9-BF42-F2ADBC33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a shared resource.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F11449B-DB7E-4980-8C95-19F43C4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Describe its client, request and response.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7DE3020-6519-42D8-B28E-4D46A66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why a connection and agreed rules matter.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5ED5207-EA71-43C9-AB21-60B34B6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Two devices share a cable connection.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64E37AF9-BF3F-42B5-8CB4-91662BB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That alone defines every service message.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4F3ADD0-0333-44E6-9774-FF8E498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They still need shared communication rules.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U1-W11-L01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EBFB045-42B0-4CD8-8B95-34A50B3A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Define protocol in your own words.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210117E-AB36-4166-B2F3-0BF3E57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Apply the definition to a new resource.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2026-10-15T12:27:54.2470000Z</dcterms:created>
  <dcterms:modified xsi:type="dcterms:W3CDTF">2026-10-15T12:27:54.2470000Z</dcterms:modified>
</coreProperties>
</file>