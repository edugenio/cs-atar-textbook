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c4ba8348a84f27" /><Relationship Type="http://schemas.openxmlformats.org/officeDocument/2006/relationships/extended-properties" Target="/docProps/app.xml" Id="Rbb91bfafde9141a8" /><Relationship Type="http://schemas.openxmlformats.org/officeDocument/2006/relationships/officeDocument" Target="/ppt/presentation.xml" Id="R8c09bdb240fb40d1" /></Relationships>
</file>

<file path=ppt/presentation.xml><?xml version="1.0" encoding="utf-8"?>
<p:presentation xmlns:p="http://schemas.openxmlformats.org/presentationml/2006/main">
  <p:sldMasterIdLst>
    <p:sldMasterId xmlns:r="http://schemas.openxmlformats.org/officeDocument/2006/relationships" id="2147483648" r:id="Rddccf86101ce44e1"/>
  </p:sldMasterIdLst>
  <p:notesMasterIdLst>
    <p:notesMasterId xmlns:r="http://schemas.openxmlformats.org/officeDocument/2006/relationships" r:id="R6749cc5c1ff445c3"/>
  </p:notesMasterIdLst>
  <p:sldIdLst>
    <p:sldId xmlns:r="http://schemas.openxmlformats.org/officeDocument/2006/relationships" id="256" r:id="R702e3f03bdb24f98"/>
    <p:sldId xmlns:r="http://schemas.openxmlformats.org/officeDocument/2006/relationships" id="257" r:id="Rf4966ca638a74f76"/>
    <p:sldId xmlns:r="http://schemas.openxmlformats.org/officeDocument/2006/relationships" id="258" r:id="R3f3c1934c0a843b9"/>
    <p:sldId xmlns:r="http://schemas.openxmlformats.org/officeDocument/2006/relationships" id="259" r:id="Ra3f279a67aef4889"/>
    <p:sldId xmlns:r="http://schemas.openxmlformats.org/officeDocument/2006/relationships" id="260" r:id="Rcb4ffe43d579417b"/>
    <p:sldId xmlns:r="http://schemas.openxmlformats.org/officeDocument/2006/relationships" id="261" r:id="R74b1cc2afb224f8a"/>
    <p:sldId xmlns:r="http://schemas.openxmlformats.org/officeDocument/2006/relationships" id="262" r:id="Rb0abca65a15c4d6c"/>
    <p:sldId xmlns:r="http://schemas.openxmlformats.org/officeDocument/2006/relationships" id="263" r:id="R4b41c09c3f3d44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7a9c13deff4060" /><Relationship Type="http://schemas.openxmlformats.org/officeDocument/2006/relationships/slideMaster" Target="/ppt/slideMasters/slideMaster1.xml" Id="Rddccf86101ce44e1" /><Relationship Type="http://schemas.openxmlformats.org/officeDocument/2006/relationships/notesMaster" Target="/ppt/notesMasters/notesMaster1.xml" Id="R6749cc5c1ff445c3" /><Relationship Type="http://schemas.openxmlformats.org/officeDocument/2006/relationships/presProps" Target="/ppt/presProps.xml" Id="R009ad3e73f94414a" /><Relationship Type="http://schemas.openxmlformats.org/officeDocument/2006/relationships/tableStyles" Target="/ppt/tableStyles.xml" Id="Ra1d75f1868094640" /><Relationship Type="http://schemas.openxmlformats.org/officeDocument/2006/relationships/slide" Target="/ppt/slides/slide1.xml" Id="R702e3f03bdb24f98" /><Relationship Type="http://schemas.openxmlformats.org/officeDocument/2006/relationships/slide" Target="/ppt/slides/slide2.xml" Id="Rf4966ca638a74f76" /><Relationship Type="http://schemas.openxmlformats.org/officeDocument/2006/relationships/slide" Target="/ppt/slides/slide3.xml" Id="R3f3c1934c0a843b9" /><Relationship Type="http://schemas.openxmlformats.org/officeDocument/2006/relationships/slide" Target="/ppt/slides/slide4.xml" Id="Ra3f279a67aef4889" /><Relationship Type="http://schemas.openxmlformats.org/officeDocument/2006/relationships/slide" Target="/ppt/slides/slide5.xml" Id="Rcb4ffe43d579417b" /><Relationship Type="http://schemas.openxmlformats.org/officeDocument/2006/relationships/slide" Target="/ppt/slides/slide6.xml" Id="R74b1cc2afb224f8a" /><Relationship Type="http://schemas.openxmlformats.org/officeDocument/2006/relationships/slide" Target="/ppt/slides/slide7.xml" Id="Rb0abca65a15c4d6c" /><Relationship Type="http://schemas.openxmlformats.org/officeDocument/2006/relationships/slide" Target="/ppt/slides/slide8.xml" Id="R4b41c09c3f3d44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420f4813414d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99b7bfd10d401c" /><Relationship Type="http://schemas.openxmlformats.org/officeDocument/2006/relationships/notesMaster" Target="/ppt/notesMasters/notesMaster1.xml" Id="R7793d91d693144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5bded3d8f74840" /><Relationship Type="http://schemas.openxmlformats.org/officeDocument/2006/relationships/notesMaster" Target="/ppt/notesMasters/notesMaster1.xml" Id="R3cc88f156bda41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a2046f38084a2c" /><Relationship Type="http://schemas.openxmlformats.org/officeDocument/2006/relationships/notesMaster" Target="/ppt/notesMasters/notesMaster1.xml" Id="R94329c76eec241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4d715311e342d3" /><Relationship Type="http://schemas.openxmlformats.org/officeDocument/2006/relationships/notesMaster" Target="/ppt/notesMasters/notesMaster1.xml" Id="R342e9d9fe89448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1f52f5b3ea4472" /><Relationship Type="http://schemas.openxmlformats.org/officeDocument/2006/relationships/notesMaster" Target="/ppt/notesMasters/notesMaster1.xml" Id="R51af3b07bf254c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6163b0f5174054" /><Relationship Type="http://schemas.openxmlformats.org/officeDocument/2006/relationships/notesMaster" Target="/ppt/notesMasters/notesMaster1.xml" Id="R8f328b86c03042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ca0b73794b4e9b" /><Relationship Type="http://schemas.openxmlformats.org/officeDocument/2006/relationships/notesMaster" Target="/ppt/notesMasters/notesMaster1.xml" Id="Re8bf2e735e6d44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847824cfd146cd" /><Relationship Type="http://schemas.openxmlformats.org/officeDocument/2006/relationships/notesMaster" Target="/ppt/notesMasters/notesMaster1.xml" Id="R8c70cca0cd1347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Explain the goal and the expected independent outcome. Explain your method on an original revision sample. This is ungraded textbook learning. Suggested times can be adjusted to the class.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retrieval, then partner comparison</a:t>
            </a:r>
          </a:p>
          <a:p xmlns:a="http://schemas.openxmlformats.org/drawingml/2006/main">
            <a:r>
              <a:t>Suggested time: 5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Explain links a mechanism to an outcome. Trace records changing state in order. Use the supplied task instructions and current course guidance. Allow silent thinking before discussion. Ask a learner to justify an answer before revealing the explanation.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teacher explanation</a:t>
            </a:r>
          </a:p>
          <a:p xmlns:a="http://schemas.openxmlformats.org/drawingml/2006/main">
            <a:r>
              <a:t>Suggested time: 6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Use the original Unit 1 practice paper as optional revision. It is not an official paper or a grade predictor. No marks need recording.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model and explain</a:t>
            </a:r>
          </a:p>
          <a:p xmlns:a="http://schemas.openxmlformats.org/drawingml/2006/main">
            <a:r>
              <a:t>Suggested time: 10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Index 0, maximum 6 and total 10. Equality keeps the first maximum. Empty input requires checking before reading element zero. Pause for predictions before discussing the expected result.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Q3 requests more than a largest value. Model checking every requested part without implying a marking allocation. Swap explaining and checking roles so both learners articulate the reasoning.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 with optional support</a:t>
            </a:r>
          </a:p>
          <a:p xmlns:a="http://schemas.openxmlformats.org/drawingml/2006/main">
            <a:r>
              <a:t>Suggested time: 12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Use questions-only file first and explained answers afterwards. Timing is optional and should fit class needs. No scoring or submission requirement. Offer the relevant worked example if needed, then use a changed case to check independent understanding.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Whole-class response and justification</a:t>
            </a:r>
          </a:p>
          <a:p xmlns:a="http://schemas.openxmlformats.org/drawingml/2006/main">
            <a:r>
              <a:t>Suggested time: 5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B. Answer the actual requirement. A value and its location are different outputs. Give thinking time and collect reasons, without recording scores.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reflection and fresh explanation</a:t>
            </a:r>
          </a:p>
          <a:p xmlns:a="http://schemas.openxmlformats.org/drawingml/2006/main">
            <a:r>
              <a:t>Suggested time: 5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Use the specific question and missing reasoning step to plan feedback, not a numeric ranking. Use the response to select the next explanation or practice activity.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49456e50194a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d525098b1d4d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c9b4d981944c8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26db8ffab642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c50f82c0474f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7a30a58e8f42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a2babb26ac4d93" /><Relationship Type="http://schemas.openxmlformats.org/officeDocument/2006/relationships/slideLayout" Target="/ppt/slideLayouts/slideLayout1.xml" Id="R2cce4361ef5149ae" /><Relationship Type="http://schemas.openxmlformats.org/officeDocument/2006/relationships/slideLayout" Target="/ppt/slideLayouts/slideLayout2.xml" Id="R822d75520f63499d" /><Relationship Type="http://schemas.openxmlformats.org/officeDocument/2006/relationships/slideLayout" Target="/ppt/slideLayouts/slideLayout3.xml" Id="R67e30a22f3514821" /><Relationship Type="http://schemas.openxmlformats.org/officeDocument/2006/relationships/slideLayout" Target="/ppt/slideLayouts/slideLayout4.xml" Id="R7cfafdb864f342e2" /><Relationship Type="http://schemas.openxmlformats.org/officeDocument/2006/relationships/slideLayout" Target="/ppt/slideLayouts/slideLayout5.xml" Id="R9ed24c15b39e426c" /><Relationship Type="http://schemas.openxmlformats.org/officeDocument/2006/relationships/slideLayout" Target="/ppt/slideLayouts/slideLayout6.xml" Id="Rda46a9a12b1c40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ce4361ef5149ae"/>
    <p:sldLayoutId xmlns:r="http://schemas.openxmlformats.org/officeDocument/2006/relationships" id="2147483650" r:id="R822d75520f63499d"/>
    <p:sldLayoutId xmlns:r="http://schemas.openxmlformats.org/officeDocument/2006/relationships" id="2147483651" r:id="R67e30a22f3514821"/>
    <p:sldLayoutId xmlns:r="http://schemas.openxmlformats.org/officeDocument/2006/relationships" id="2147483652" r:id="R7cfafdb864f342e2"/>
    <p:sldLayoutId xmlns:r="http://schemas.openxmlformats.org/officeDocument/2006/relationships" id="2147483653" r:id="R9ed24c15b39e426c"/>
    <p:sldLayoutId xmlns:r="http://schemas.openxmlformats.org/officeDocument/2006/relationships" id="2147483654" r:id="Rda46a9a12b1c40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8c969c37f744cb" /><Relationship Type="http://schemas.openxmlformats.org/officeDocument/2006/relationships/notesSlide" Target="/ppt/notesSlides/notesSlide1.xml" Id="R7f528f8ec6974b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858a9ae88764992" /><Relationship Type="http://schemas.openxmlformats.org/officeDocument/2006/relationships/notesSlide" Target="/ppt/notesSlides/notesSlide2.xml" Id="R69bb5f527f7c49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5ad9267f4b44bd" /><Relationship Type="http://schemas.openxmlformats.org/officeDocument/2006/relationships/notesSlide" Target="/ppt/notesSlides/notesSlide3.xml" Id="R2f1ebfb662c84e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7c87e957c7456c" /><Relationship Type="http://schemas.openxmlformats.org/officeDocument/2006/relationships/notesSlide" Target="/ppt/notesSlides/notesSlide4.xml" Id="Ref58c72ea47b45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b53b6a3542e4238" /><Relationship Type="http://schemas.openxmlformats.org/officeDocument/2006/relationships/notesSlide" Target="/ppt/notesSlides/notesSlide5.xml" Id="Ra9eb0a9e81e549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bebf230e53e4c78" /><Relationship Type="http://schemas.openxmlformats.org/officeDocument/2006/relationships/notesSlide" Target="/ppt/notesSlides/notesSlide6.xml" Id="R0203c68b19694f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12965db86c4330" /><Relationship Type="http://schemas.openxmlformats.org/officeDocument/2006/relationships/notesSlide" Target="/ppt/notesSlides/notesSlide7.xml" Id="R7b1ed28372294b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00e3f25629a4e44" /><Relationship Type="http://schemas.openxmlformats.org/officeDocument/2006/relationships/notesSlide" Target="/ppt/notesSlides/notesSlide8.xml" Id="Rbe46b798dc9e44ee"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Written practice and clear reasoning</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U1-W16-L01  ·  1/8  ·  Content CC BY 4.0 / code MIT</a:t>
            </a:r>
          </a:p>
        </p:txBody>
      </p:sp>
      <p:sp>
        <p:nvSpPr>
          <p:cNvPr id="6" name="Body 1">
            <a:extLst xmlns:a="http://schemas.openxmlformats.org/drawingml/2006/main">
              <a:ext uri="{FF2B5EF4-FFF2-40B4-BE49-F238E27FC236}">
                <a16:creationId xmlns:a16="http://schemas.microsoft.com/office/drawing/2014/main" id="{687A8D32-32B3-4A17-8886-B6430327E510}"/>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1 · Week 16 · Lesson 1</a:t>
            </a:r>
          </a:p>
        </p:txBody>
      </p:sp>
      <p:sp>
        <p:nvSpPr>
          <p:cNvPr id="7" name="Body 2">
            <a:extLst xmlns:a="http://schemas.openxmlformats.org/drawingml/2006/main">
              <a:ext uri="{FF2B5EF4-FFF2-40B4-BE49-F238E27FC236}">
                <a16:creationId xmlns:a16="http://schemas.microsoft.com/office/drawing/2014/main" id="{0DBB75D1-0584-43E3-A0F9-4DF8C5EC0D29}"/>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your method on an original revision sample.</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Retrieval and explanation</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U1-W16-L01  ·  2/8  ·  Content CC BY 4.0 / code MIT</a:t>
            </a:r>
          </a:p>
        </p:txBody>
      </p:sp>
      <p:sp>
        <p:nvSpPr>
          <p:cNvPr id="8" name="Body 1">
            <a:extLst xmlns:a="http://schemas.openxmlformats.org/drawingml/2006/main">
              <a:ext uri="{FF2B5EF4-FFF2-40B4-BE49-F238E27FC236}">
                <a16:creationId xmlns:a16="http://schemas.microsoft.com/office/drawing/2014/main" id="{37245F33-74B0-4BF6-8032-4CF385F91F65}"/>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do explain and trace ask you to show?</a:t>
            </a:r>
          </a:p>
        </p:txBody>
      </p:sp>
      <p:sp>
        <p:nvSpPr>
          <p:cNvPr id="9" name="Body 2">
            <a:extLst xmlns:a="http://schemas.openxmlformats.org/drawingml/2006/main">
              <a:ext uri="{FF2B5EF4-FFF2-40B4-BE49-F238E27FC236}">
                <a16:creationId xmlns:a16="http://schemas.microsoft.com/office/drawing/2014/main" id="{1B34B827-E0FC-4FE8-8A20-00A6D5D72AC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How can you predict an output before running code?</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written response plan</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U1-W16-L01  ·  3/8  ·  Content CC BY 4.0 / code MIT</a:t>
            </a:r>
          </a:p>
        </p:txBody>
      </p:sp>
      <p:graphicFrame>
        <p:nvGraphicFramePr>
          <p:cNvPr id="5" name="">
            <a:extLst xmlns:a="http://schemas.openxmlformats.org/drawingml/2006/main">
              <a:ext uri="{FF2B5EF4-FFF2-40B4-BE49-F238E27FC236}">
                <a16:creationId xmlns:a16="http://schemas.microsoft.com/office/drawing/2014/main" id="{D6A40105-B6E7-4644-B4D6-41F8AB5389D3}"/>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Prompt</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Useful response</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Predict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Expected output with assumptions</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Trace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Ordered variable states</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Explain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Mechanism and consequence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Justify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Choice linked to requirements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Q3 maximum trace</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U1-W16-L01  ·  4/8  ·  Content CC BY 4.0 / code MIT</a:t>
            </a:r>
          </a:p>
        </p:txBody>
      </p:sp>
      <p:sp>
        <p:nvSpPr>
          <p:cNvPr id="8" name="Body 1">
            <a:extLst xmlns:a="http://schemas.openxmlformats.org/drawingml/2006/main">
              <a:ext uri="{FF2B5EF4-FFF2-40B4-BE49-F238E27FC236}">
                <a16:creationId xmlns:a16="http://schemas.microsoft.com/office/drawing/2014/main" id="{937AB1B2-83E4-41D2-860F-D83A87CE5489}"/>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Read [6, -2, 6].</a:t>
            </a:r>
          </a:p>
        </p:txBody>
      </p:sp>
      <p:sp>
        <p:nvSpPr>
          <p:cNvPr id="9" name="Body 2">
            <a:extLst xmlns:a="http://schemas.openxmlformats.org/drawingml/2006/main">
              <a:ext uri="{FF2B5EF4-FFF2-40B4-BE49-F238E27FC236}">
                <a16:creationId xmlns:a16="http://schemas.microsoft.com/office/drawing/2014/main" id="{D88EF520-C25E-4866-A800-0E17FBFB8A41}"/>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Track first-maximum index, value and sum.</a:t>
            </a:r>
          </a:p>
        </p:txBody>
      </p:sp>
      <p:sp>
        <p:nvSpPr>
          <p:cNvPr id="10" name="Body 3">
            <a:extLst xmlns:a="http://schemas.openxmlformats.org/drawingml/2006/main">
              <a:ext uri="{FF2B5EF4-FFF2-40B4-BE49-F238E27FC236}">
                <a16:creationId xmlns:a16="http://schemas.microsoft.com/office/drawing/2014/main" id="{5EE85537-0FA2-4D5C-992C-B531C851BF11}"/>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State what happens for empty input.</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Reading a compound question</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U1-W16-L01  ·  5/8  ·  Content CC BY 4.0 / code MIT</a:t>
            </a:r>
          </a:p>
        </p:txBody>
      </p:sp>
      <p:sp>
        <p:nvSpPr>
          <p:cNvPr id="8" name="Body 1">
            <a:extLst xmlns:a="http://schemas.openxmlformats.org/drawingml/2006/main">
              <a:ext uri="{FF2B5EF4-FFF2-40B4-BE49-F238E27FC236}">
                <a16:creationId xmlns:a16="http://schemas.microsoft.com/office/drawing/2014/main" id="{E0219F2E-BB0D-4DDA-9287-0776CAA59DE9}"/>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Underline each requested result.</a:t>
            </a:r>
          </a:p>
        </p:txBody>
      </p:sp>
      <p:sp>
        <p:nvSpPr>
          <p:cNvPr id="9" name="Body 2">
            <a:extLst xmlns:a="http://schemas.openxmlformats.org/drawingml/2006/main">
              <a:ext uri="{FF2B5EF4-FFF2-40B4-BE49-F238E27FC236}">
                <a16:creationId xmlns:a16="http://schemas.microsoft.com/office/drawing/2014/main" id="{9BDF30F9-6F6D-4493-BD65-D87537299AE8}"/>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Separate calculation, trace and explanation.</a:t>
            </a:r>
          </a:p>
        </p:txBody>
      </p:sp>
      <p:sp>
        <p:nvSpPr>
          <p:cNvPr id="10" name="Body 3">
            <a:extLst xmlns:a="http://schemas.openxmlformats.org/drawingml/2006/main">
              <a:ext uri="{FF2B5EF4-FFF2-40B4-BE49-F238E27FC236}">
                <a16:creationId xmlns:a16="http://schemas.microsoft.com/office/drawing/2014/main" id="{481D7965-24BA-415D-B931-FCD1C4A0D038}"/>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Predict the result before viewing the answer.</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Independent practice</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U1-W16-L01  ·  6/8  ·  Content CC BY 4.0 / code MIT</a:t>
            </a:r>
          </a:p>
        </p:txBody>
      </p:sp>
      <p:sp>
        <p:nvSpPr>
          <p:cNvPr id="8" name="Body 1">
            <a:extLst xmlns:a="http://schemas.openxmlformats.org/drawingml/2006/main">
              <a:ext uri="{FF2B5EF4-FFF2-40B4-BE49-F238E27FC236}">
                <a16:creationId xmlns:a16="http://schemas.microsoft.com/office/drawing/2014/main" id="{E4731F87-3438-451E-ACF6-D679B63B3FC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Attempt a chosen section of the original practice paper.</a:t>
            </a:r>
          </a:p>
        </p:txBody>
      </p:sp>
      <p:sp>
        <p:nvSpPr>
          <p:cNvPr id="9" name="Body 2">
            <a:extLst xmlns:a="http://schemas.openxmlformats.org/drawingml/2006/main">
              <a:ext uri="{FF2B5EF4-FFF2-40B4-BE49-F238E27FC236}">
                <a16:creationId xmlns:a16="http://schemas.microsoft.com/office/drawing/2014/main" id="{2481BDD5-AFFE-4614-8872-6D41357B009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Show reasoning and use the chapter examples if needed.</a:t>
            </a:r>
          </a:p>
        </p:txBody>
      </p:sp>
      <p:sp>
        <p:nvSpPr>
          <p:cNvPr id="10" name="Body 3">
            <a:extLst xmlns:a="http://schemas.openxmlformats.org/drawingml/2006/main">
              <a:ext uri="{FF2B5EF4-FFF2-40B4-BE49-F238E27FC236}">
                <a16:creationId xmlns:a16="http://schemas.microsoft.com/office/drawing/2014/main" id="{8BAE6CF2-25E3-4C70-83D8-D218E2131B59}"/>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Keep unanswered steps visible for the next lesson.</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choice to explain</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U1-W16-L01  ·  7/8  ·  Content CC BY 4.0 / code MIT</a:t>
            </a:r>
          </a:p>
        </p:txBody>
      </p:sp>
      <p:sp>
        <p:nvSpPr>
          <p:cNvPr id="8" name="Body 1">
            <a:extLst xmlns:a="http://schemas.openxmlformats.org/drawingml/2006/main">
              <a:ext uri="{FF2B5EF4-FFF2-40B4-BE49-F238E27FC236}">
                <a16:creationId xmlns:a16="http://schemas.microsoft.com/office/drawing/2014/main" id="{83AEE241-66D1-4BCD-A63F-786846513DB4}"/>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maximum value is correct but its position is missing.</a:t>
            </a:r>
          </a:p>
        </p:txBody>
      </p:sp>
      <p:sp>
        <p:nvSpPr>
          <p:cNvPr id="9" name="Body 2">
            <a:extLst xmlns:a="http://schemas.openxmlformats.org/drawingml/2006/main">
              <a:ext uri="{FF2B5EF4-FFF2-40B4-BE49-F238E27FC236}">
                <a16:creationId xmlns:a16="http://schemas.microsoft.com/office/drawing/2014/main" id="{B67BB3AE-95C4-47D6-97B4-CBE344202D07}"/>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Every part of a position question is answered.</a:t>
            </a:r>
          </a:p>
        </p:txBody>
      </p:sp>
      <p:sp>
        <p:nvSpPr>
          <p:cNvPr id="10" name="Body 3">
            <a:extLst xmlns:a="http://schemas.openxmlformats.org/drawingml/2006/main">
              <a:ext uri="{FF2B5EF4-FFF2-40B4-BE49-F238E27FC236}">
                <a16:creationId xmlns:a16="http://schemas.microsoft.com/office/drawing/2014/main" id="{229BC604-33BD-4E64-AE9F-B65E0E140878}"/>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 The requested index still needs explaining.</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Exit explanation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U1-W16-L01  ·  8/8  ·  Content CC BY 4.0 / code MIT</a:t>
            </a:r>
          </a:p>
        </p:txBody>
      </p:sp>
      <p:sp>
        <p:nvSpPr>
          <p:cNvPr id="8" name="Body 1">
            <a:extLst xmlns:a="http://schemas.openxmlformats.org/drawingml/2006/main">
              <a:ext uri="{FF2B5EF4-FFF2-40B4-BE49-F238E27FC236}">
                <a16:creationId xmlns:a16="http://schemas.microsoft.com/office/drawing/2014/main" id="{29C8B305-E563-44E8-B6ED-D2FEDA0F7CD8}"/>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Identify one response you can explain confidently.</a:t>
            </a:r>
          </a:p>
        </p:txBody>
      </p:sp>
      <p:sp>
        <p:nvSpPr>
          <p:cNvPr id="9" name="Body 2">
            <a:extLst xmlns:a="http://schemas.openxmlformats.org/drawingml/2006/main">
              <a:ext uri="{FF2B5EF4-FFF2-40B4-BE49-F238E27FC236}">
                <a16:creationId xmlns:a16="http://schemas.microsoft.com/office/drawing/2014/main" id="{A0AF08EB-B196-46EB-9EF9-2A56B5A733BA}"/>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Name one step you want to revisit.</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2026-10-15T12:29:22.3990000Z</dcterms:created>
  <dcterms:modified xsi:type="dcterms:W3CDTF">2026-10-15T12:29:22.3990000Z</dcterms:modified>
</coreProperties>
</file>