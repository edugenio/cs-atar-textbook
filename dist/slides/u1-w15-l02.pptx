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29acd15bd843ed" /><Relationship Type="http://schemas.openxmlformats.org/officeDocument/2006/relationships/extended-properties" Target="/docProps/app.xml" Id="R0e9b085efd41436c" /><Relationship Type="http://schemas.openxmlformats.org/officeDocument/2006/relationships/officeDocument" Target="/ppt/presentation.xml" Id="R9df70f95f0d646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790a5fba854327"/>
  </p:sldMasterIdLst>
  <p:notesMasterIdLst>
    <p:notesMasterId xmlns:r="http://schemas.openxmlformats.org/officeDocument/2006/relationships" r:id="Rc2dcd60fae5f4832"/>
  </p:notesMasterIdLst>
  <p:sldIdLst>
    <p:sldId xmlns:r="http://schemas.openxmlformats.org/officeDocument/2006/relationships" id="256" r:id="Rcd7f49fc2b084a07"/>
    <p:sldId xmlns:r="http://schemas.openxmlformats.org/officeDocument/2006/relationships" id="257" r:id="Rdbbe95be145245d7"/>
    <p:sldId xmlns:r="http://schemas.openxmlformats.org/officeDocument/2006/relationships" id="258" r:id="R6b744532ed8f4867"/>
    <p:sldId xmlns:r="http://schemas.openxmlformats.org/officeDocument/2006/relationships" id="259" r:id="Rfe4426b0635b4313"/>
    <p:sldId xmlns:r="http://schemas.openxmlformats.org/officeDocument/2006/relationships" id="260" r:id="R1f44042b34014005"/>
    <p:sldId xmlns:r="http://schemas.openxmlformats.org/officeDocument/2006/relationships" id="261" r:id="Rf88b871795954aa9"/>
    <p:sldId xmlns:r="http://schemas.openxmlformats.org/officeDocument/2006/relationships" id="262" r:id="R80121fb3f2214fc1"/>
    <p:sldId xmlns:r="http://schemas.openxmlformats.org/officeDocument/2006/relationships" id="263" r:id="Rba650807e43a40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9b0c0913a94dd4" /><Relationship Type="http://schemas.openxmlformats.org/officeDocument/2006/relationships/slideMaster" Target="/ppt/slideMasters/slideMaster1.xml" Id="R99790a5fba854327" /><Relationship Type="http://schemas.openxmlformats.org/officeDocument/2006/relationships/notesMaster" Target="/ppt/notesMasters/notesMaster1.xml" Id="Rc2dcd60fae5f4832" /><Relationship Type="http://schemas.openxmlformats.org/officeDocument/2006/relationships/presProps" Target="/ppt/presProps.xml" Id="R1c35519ef98a4c35" /><Relationship Type="http://schemas.openxmlformats.org/officeDocument/2006/relationships/tableStyles" Target="/ppt/tableStyles.xml" Id="Rb19a83ce1a784c57" /><Relationship Type="http://schemas.openxmlformats.org/officeDocument/2006/relationships/slide" Target="/ppt/slides/slide1.xml" Id="Rcd7f49fc2b084a07" /><Relationship Type="http://schemas.openxmlformats.org/officeDocument/2006/relationships/slide" Target="/ppt/slides/slide2.xml" Id="Rdbbe95be145245d7" /><Relationship Type="http://schemas.openxmlformats.org/officeDocument/2006/relationships/slide" Target="/ppt/slides/slide3.xml" Id="R6b744532ed8f4867" /><Relationship Type="http://schemas.openxmlformats.org/officeDocument/2006/relationships/slide" Target="/ppt/slides/slide4.xml" Id="Rfe4426b0635b4313" /><Relationship Type="http://schemas.openxmlformats.org/officeDocument/2006/relationships/slide" Target="/ppt/slides/slide5.xml" Id="R1f44042b34014005" /><Relationship Type="http://schemas.openxmlformats.org/officeDocument/2006/relationships/slide" Target="/ppt/slides/slide6.xml" Id="Rf88b871795954aa9" /><Relationship Type="http://schemas.openxmlformats.org/officeDocument/2006/relationships/slide" Target="/ppt/slides/slide7.xml" Id="R80121fb3f2214fc1" /><Relationship Type="http://schemas.openxmlformats.org/officeDocument/2006/relationships/slide" Target="/ppt/slides/slide8.xml" Id="Rba650807e43a40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e275cf75de4a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37fac8f4564ecf" /><Relationship Type="http://schemas.openxmlformats.org/officeDocument/2006/relationships/notesMaster" Target="/ppt/notesMasters/notesMaster1.xml" Id="Raedd080ec43e4c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353869f4ad46b3" /><Relationship Type="http://schemas.openxmlformats.org/officeDocument/2006/relationships/notesMaster" Target="/ppt/notesMasters/notesMaster1.xml" Id="R302a0bc0a6204e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2c35e4599545dd" /><Relationship Type="http://schemas.openxmlformats.org/officeDocument/2006/relationships/notesMaster" Target="/ppt/notesMasters/notesMaster1.xml" Id="R6b6a7d74cd4a4c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aec594b2ed43cf" /><Relationship Type="http://schemas.openxmlformats.org/officeDocument/2006/relationships/notesMaster" Target="/ppt/notesMasters/notesMaster1.xml" Id="R56e9733dd46247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c4d2cde496420e" /><Relationship Type="http://schemas.openxmlformats.org/officeDocument/2006/relationships/notesMaster" Target="/ppt/notesMasters/notesMaster1.xml" Id="R496063473b6e4a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225a4c59374c1a" /><Relationship Type="http://schemas.openxmlformats.org/officeDocument/2006/relationships/notesMaster" Target="/ppt/notesMasters/notesMaster1.xml" Id="R3bfb925c224a4b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011528bcf84c9f" /><Relationship Type="http://schemas.openxmlformats.org/officeDocument/2006/relationships/notesMaster" Target="/ppt/notesMasters/notesMaster1.xml" Id="R4ff43b6d5c4c4c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7132e18f39495e" /><Relationship Type="http://schemas.openxmlformats.org/officeDocument/2006/relationships/notesMaster" Target="/ppt/notesMasters/notesMaster1.xml" Id="Rae6630434c3544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intention</a:t>
            </a:r>
          </a:p>
          <a:p xmlns:a="http://schemas.openxmlformats.org/drawingml/2006/main">
            <a:r>
              <a:t>Suggested time: 2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 goal and the expected independent outcome. Trace pseudocode and verify a targeted correction. This is ungraded textbook learning. Suggested times can be adjusted to the class.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retrieval, then partner comparison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running sum normally starts at zero before the loop. For first maximum, start from a real element after an empty check and update only for a greater value. Allow silent thinking before discussion. Ask a learner to justify an answer before revealing the explanation.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table and teacher explanation</a:t>
            </a:r>
          </a:p>
          <a:p xmlns:a="http://schemas.openxmlformats.org/drawingml/2006/main">
            <a:r>
              <a:t>Suggested time: 6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strict greater-than comparison. Equality keeps the earlier index. The total is 10, a separate calculation.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model and explain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faulty result is 5 because total is reset each pass. Move initialisation before the loop and retest to obtain 7. Pause for predictions before discussing the expected result.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Guided paired practice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station B’s supplied pseudocode. Do not silently assume all pseudocode conventions use identical endpoint rules. Swap explaining and checking roles so both learners articulate the reasoning.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application with optional support</a:t>
            </a:r>
          </a:p>
          <a:p xmlns:a="http://schemas.openxmlformats.org/drawingml/2006/main">
            <a:r>
              <a:t>Suggested time: 12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failed trace and changed example. A correct maximum on positive data alone will not expose an initial-zero bug. Offer the relevant worked example if needed, then use a changed case to check independent understanding.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Whole-class response and justification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The correct maximum is -3. An index initialised to zero is a different idea from a maximum value initialised to zero. Give thinking time and collect reasons, without recording scores.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reflection and fresh explanation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Require a causal explanation and discriminating test, not merely a rewritten line. Use the response to select the next explanation or practice activity.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c7ba5e5a0746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d3ed5b3c34b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7c79730e2b44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5cc6bb502341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9dc76d687149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7a49b297fe4e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C7E6F-871F-4428-A6D7-012593835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D378CF-F25D-4FEF-829A-757FD37775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451CC6-B5A9-4740-B47B-FBC2632A7A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0A65A-4C54-4F15-BA40-C46336F57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17DCF6-9D98-44F3-AC1E-5CC1C5C01E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A0F398-F40C-47D6-A95D-B81130FA5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43F79-574C-48AB-AE90-323F0E6EF5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7B6732-FC7C-4512-ACB8-9B20D6E488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63A364-26A4-4B6B-92EF-36409E0F8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3DDEE7-6E63-4364-B219-0A953CD90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2bc28617f841ee" /><Relationship Type="http://schemas.openxmlformats.org/officeDocument/2006/relationships/slideLayout" Target="/ppt/slideLayouts/slideLayout1.xml" Id="Rff0c3f19123a4533" /><Relationship Type="http://schemas.openxmlformats.org/officeDocument/2006/relationships/slideLayout" Target="/ppt/slideLayouts/slideLayout2.xml" Id="Rf4bce28262664141" /><Relationship Type="http://schemas.openxmlformats.org/officeDocument/2006/relationships/slideLayout" Target="/ppt/slideLayouts/slideLayout3.xml" Id="R412dfa64704e4446" /><Relationship Type="http://schemas.openxmlformats.org/officeDocument/2006/relationships/slideLayout" Target="/ppt/slideLayouts/slideLayout4.xml" Id="R919fd044e0f24b01" /><Relationship Type="http://schemas.openxmlformats.org/officeDocument/2006/relationships/slideLayout" Target="/ppt/slideLayouts/slideLayout5.xml" Id="R791e67188cb3483e" /><Relationship Type="http://schemas.openxmlformats.org/officeDocument/2006/relationships/slideLayout" Target="/ppt/slideLayouts/slideLayout6.xml" Id="R9984397a2a304b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0c3f19123a4533"/>
    <p:sldLayoutId xmlns:r="http://schemas.openxmlformats.org/officeDocument/2006/relationships" id="2147483650" r:id="Rf4bce28262664141"/>
    <p:sldLayoutId xmlns:r="http://schemas.openxmlformats.org/officeDocument/2006/relationships" id="2147483651" r:id="R412dfa64704e4446"/>
    <p:sldLayoutId xmlns:r="http://schemas.openxmlformats.org/officeDocument/2006/relationships" id="2147483652" r:id="R919fd044e0f24b01"/>
    <p:sldLayoutId xmlns:r="http://schemas.openxmlformats.org/officeDocument/2006/relationships" id="2147483653" r:id="R791e67188cb3483e"/>
    <p:sldLayoutId xmlns:r="http://schemas.openxmlformats.org/officeDocument/2006/relationships" id="2147483654" r:id="R9984397a2a304b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fcbb9bc0f54b90" /><Relationship Type="http://schemas.openxmlformats.org/officeDocument/2006/relationships/notesSlide" Target="/ppt/notesSlides/notesSlide1.xml" Id="R455b9374f9964b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9d7eba521f4341" /><Relationship Type="http://schemas.openxmlformats.org/officeDocument/2006/relationships/notesSlide" Target="/ppt/notesSlides/notesSlide2.xml" Id="Rb5aa492e4ec34a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b2ba12e1b04502" /><Relationship Type="http://schemas.openxmlformats.org/officeDocument/2006/relationships/notesSlide" Target="/ppt/notesSlides/notesSlide3.xml" Id="R484eada4ef8c41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48b8d037ca4a3f" /><Relationship Type="http://schemas.openxmlformats.org/officeDocument/2006/relationships/notesSlide" Target="/ppt/notesSlides/notesSlide4.xml" Id="R5dd8981b5f2a48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08ae590aee4b2f" /><Relationship Type="http://schemas.openxmlformats.org/officeDocument/2006/relationships/notesSlide" Target="/ppt/notesSlides/notesSlide5.xml" Id="R52ba96f91d414f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1feaecda24437e" /><Relationship Type="http://schemas.openxmlformats.org/officeDocument/2006/relationships/notesSlide" Target="/ppt/notesSlides/notesSlide6.xml" Id="Rc6ec1e0c0be843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c0dd9d8388498c" /><Relationship Type="http://schemas.openxmlformats.org/officeDocument/2006/relationships/notesSlide" Target="/ppt/notesSlides/notesSlide7.xml" Id="R58cea23caa2540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85cf6605f84710" /><Relationship Type="http://schemas.openxmlformats.org/officeDocument/2006/relationships/notesSlide" Target="/ppt/notesSlides/notesSlide8.xml" Id="Rb85836a372e745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sting, correction and retesting">
            <a:extLst xmlns:a="http://schemas.openxmlformats.org/drawingml/2006/main">
              <a:ext uri="{FF2B5EF4-FFF2-40B4-BE49-F238E27FC236}">
                <a16:creationId xmlns:a16="http://schemas.microsoft.com/office/drawing/2014/main" id="{AFCDDBCA-4539-4B5E-8F06-17FFB22BA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Programming traces and repairs</a:t>
            </a:r>
          </a:p>
        </p:txBody>
      </p:sp>
      <p:sp>
        <p:nvSpPr>
          <p:cNvPr id="4" name="U1-W10-L02  ·  1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5842E5C-DF93-4156-9D76-9E1D009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U1-W15-L02  ·  1/8  ·  Content CC BY 4.0 / code MIT</a:t>
            </a:r>
          </a:p>
        </p:txBody>
      </p:sp>
      <p:sp>
        <p:nvSpPr>
          <p:cNvPr id="6" name="Body 1">
            <a:extLst xmlns:a="http://schemas.openxmlformats.org/drawingml/2006/main">
              <a:ext uri="{FF2B5EF4-FFF2-40B4-BE49-F238E27FC236}">
                <a16:creationId xmlns:a16="http://schemas.microsoft.com/office/drawing/2014/main" id="{90088240-62C1-4332-B9E9-CEA8CE3A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Unit 1 · Week 15 · Lesson 2</a:t>
            </a:r>
          </a:p>
        </p:txBody>
      </p:sp>
      <p:sp>
        <p:nvSpPr>
          <p:cNvPr id="7" name="Body 2">
            <a:extLst xmlns:a="http://schemas.openxmlformats.org/drawingml/2006/main">
              <a:ext uri="{FF2B5EF4-FFF2-40B4-BE49-F238E27FC236}">
                <a16:creationId xmlns:a16="http://schemas.microsoft.com/office/drawing/2014/main" id="{C1B345EA-432B-48B2-9D23-91E39BFD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Trace pseudocode and verify a targeted correction.</a:t>
            </a:r>
          </a:p>
        </p:txBody>
      </p:sp>
    </p:spTree>
    <p:extLst>
      <p:ext uri="{BB962C8B-B14F-4D97-AF65-F5344CB8AC3E}">
        <p14:creationId xmlns:p14="http://schemas.microsoft.com/office/powerpoint/2010/main" val="1626567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trieval: useful test evidence">
            <a:extLst xmlns:a="http://schemas.openxmlformats.org/drawingml/2006/main">
              <a:ext uri="{FF2B5EF4-FFF2-40B4-BE49-F238E27FC236}">
                <a16:creationId xmlns:a16="http://schemas.microsoft.com/office/drawing/2014/main" id="{53820A5D-62A5-4E0F-AF10-C2BC187D6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Retrieval and explanation</a:t>
            </a:r>
          </a:p>
        </p:txBody>
      </p:sp>
      <p:sp>
        <p:nvSpPr>
          <p:cNvPr id="6" name="U1-W10-L02  ·  2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E8ED621-960B-4675-9E73-7BB4FE43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U1-W15-L02  ·  2/8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B5FC227F-497A-479A-A26F-24C66A47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Where does an accumulator start?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2B725D9D-83A1-4836-9690-CEEBF808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How does a first-maximum tie rule work?</a:t>
            </a:r>
          </a:p>
        </p:txBody>
      </p:sp>
    </p:spTree>
    <p:extLst>
      <p:ext uri="{BB962C8B-B14F-4D97-AF65-F5344CB8AC3E}">
        <p14:creationId xmlns:p14="http://schemas.microsoft.com/office/powerpoint/2010/main" val="1117783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 test set follows requirements">
            <a:extLst xmlns:a="http://schemas.openxmlformats.org/drawingml/2006/main">
              <a:ext uri="{FF2B5EF4-FFF2-40B4-BE49-F238E27FC236}">
                <a16:creationId xmlns:a16="http://schemas.microsoft.com/office/drawing/2014/main" id="{8BC05678-5160-4BEA-8C08-37911F7DD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Trace a first maximum</a:t>
            </a:r>
          </a:p>
        </p:txBody>
      </p:sp>
      <p:sp>
        <p:nvSpPr>
          <p:cNvPr id="3" name="U1-W10-L02  ·  3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79660D14-6EE3-4897-A61D-0F9E119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U1-W15-L02  ·  3/8  ·  Content CC BY 4.0 / code MIT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06F3C-FDE1-488C-82D1-A36484142C52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 for [6, -2, 6]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Best index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Best value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Inspect index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Inspect index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667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undary and recovery cases">
            <a:extLst xmlns:a="http://schemas.openxmlformats.org/drawingml/2006/main">
              <a:ext uri="{FF2B5EF4-FFF2-40B4-BE49-F238E27FC236}">
                <a16:creationId xmlns:a16="http://schemas.microsoft.com/office/drawing/2014/main" id="{26E810D0-69D3-4EF4-8AAC-A54226705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reset inside the loop</a:t>
            </a:r>
          </a:p>
        </p:txBody>
      </p:sp>
      <p:sp>
        <p:nvSpPr>
          <p:cNvPr id="6" name="U1-W10-L02  ·  4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A3AFAA6-EB75-4769-B829-A51834F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U1-W15-L02  ·  4/8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B31AA272-5BDA-4BC0-AD00-41768D26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Predict the output for [2, 0, 5].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8E052B4B-3A02-49A9-8338-96DFBE3B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Find the first loss of an earlier contribution.</a:t>
            </a:r>
          </a:p>
        </p:txBody>
      </p:sp>
      <p:sp>
        <p:nvSpPr>
          <p:cNvPr id="10" name="Code example">
            <a:extLst xmlns:a="http://schemas.openxmlformats.org/drawingml/2006/main">
              <a:ext uri="{FF2B5EF4-FFF2-40B4-BE49-F238E27FC236}">
                <a16:creationId xmlns:a16="http://schemas.microsoft.com/office/drawing/2014/main" id="{E241EFD5-D81C-4555-847E-056E1E35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8204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for value in [2, 0, 5]:</a:t>
            </a:r>
          </a:p>
          <a:p xmlns:a="http://schemas.openxmlformats.org/drawingml/2006/main">
            <a:pPr>
              <a:defRPr sz="21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    total = 0</a:t>
            </a:r>
          </a:p>
          <a:p xmlns:a="http://schemas.openxmlformats.org/drawingml/2006/main">
            <a:pPr>
              <a:defRPr sz="21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    total += value</a:t>
            </a:r>
          </a:p>
          <a:p xmlns:a="http://schemas.openxmlformats.org/drawingml/2006/main">
            <a:pPr>
              <a:defRPr sz="21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print(total)</a:t>
            </a:r>
          </a:p>
        </p:txBody>
      </p:sp>
    </p:spTree>
    <p:extLst>
      <p:ext uri="{BB962C8B-B14F-4D97-AF65-F5344CB8AC3E}">
        <p14:creationId xmlns:p14="http://schemas.microsoft.com/office/powerpoint/2010/main" val="720074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producing a failure">
            <a:extLst xmlns:a="http://schemas.openxmlformats.org/drawingml/2006/main">
              <a:ext uri="{FF2B5EF4-FFF2-40B4-BE49-F238E27FC236}">
                <a16:creationId xmlns:a16="http://schemas.microsoft.com/office/drawing/2014/main" id="{2E2586B4-20DF-48D9-ACD3-870FB9016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Pseudocode transfer</a:t>
            </a:r>
          </a:p>
        </p:txBody>
      </p:sp>
      <p:sp>
        <p:nvSpPr>
          <p:cNvPr id="6" name="U1-W10-L02  ·  5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4267E3FD-828A-4EEE-AEF0-852A542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U1-W15-L02  ·  5/8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DD87B297-AA13-4E9B-83EA-9E634B1C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Trace load, display and total algorithms.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082F148B-3CEC-4592-9B04-BA8B3F1A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Translate the loop endpoints into Python range.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C47CC50E-35C0-4E4F-A09B-3CA7C390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Check zero-based indices and stop exclusion.</a:t>
            </a:r>
          </a:p>
        </p:txBody>
      </p:sp>
    </p:spTree>
    <p:extLst>
      <p:ext uri="{BB962C8B-B14F-4D97-AF65-F5344CB8AC3E}">
        <p14:creationId xmlns:p14="http://schemas.microsoft.com/office/powerpoint/2010/main" val="1061913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vidence workshop">
            <a:extLst xmlns:a="http://schemas.openxmlformats.org/drawingml/2006/main">
              <a:ext uri="{FF2B5EF4-FFF2-40B4-BE49-F238E27FC236}">
                <a16:creationId xmlns:a16="http://schemas.microsoft.com/office/drawing/2014/main" id="{C4FF5806-B6C8-4DAE-91FA-7DB6D7E3B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U1-W10-L02  ·  6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0A211C1E-0D12-41DA-8C29-6F909310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U1-W15-L02  ·  6/8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52615E79-FF81-43E0-870D-475AA815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Repair one faulty traversal from station C.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B558D5D5-67C3-4720-81BF-068FDF76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Test empty, one-item, repeated and negative data.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4065F080-02F8-4E35-86BE-A10EAE68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the cause and the retest results.</a:t>
            </a:r>
          </a:p>
        </p:txBody>
      </p:sp>
    </p:spTree>
    <p:extLst>
      <p:ext uri="{BB962C8B-B14F-4D97-AF65-F5344CB8AC3E}">
        <p14:creationId xmlns:p14="http://schemas.microsoft.com/office/powerpoint/2010/main" val="1551686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 honest result record">
            <a:extLst xmlns:a="http://schemas.openxmlformats.org/drawingml/2006/main">
              <a:ext uri="{FF2B5EF4-FFF2-40B4-BE49-F238E27FC236}">
                <a16:creationId xmlns:a16="http://schemas.microsoft.com/office/drawing/2014/main" id="{D37BFFF5-7BE6-4FB7-8525-23C0D67DB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choice to explain</a:t>
            </a:r>
          </a:p>
        </p:txBody>
      </p:sp>
      <p:sp>
        <p:nvSpPr>
          <p:cNvPr id="6" name="U1-W10-L02  ·  7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AD598897-BFB7-4F29-A39E-FBF333C3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U1-W15-L02  ·  7/8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D3780E59-ADB2-47DE-9958-14A1F0DA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 maximum search starts with value 0 on [-8, -3].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C9424A72-D675-48F8-85E7-DF542FF6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A: It can report a value absent from the list.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7FF1E148-4532-4673-964D-183EF8B3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B: Zero is always a safe largest-value baseline.</a:t>
            </a:r>
          </a:p>
        </p:txBody>
      </p:sp>
    </p:spTree>
    <p:extLst>
      <p:ext uri="{BB962C8B-B14F-4D97-AF65-F5344CB8AC3E}">
        <p14:creationId xmlns:p14="http://schemas.microsoft.com/office/powerpoint/2010/main" val="1374179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heckpoint: readiness for a user trial">
            <a:extLst xmlns:a="http://schemas.openxmlformats.org/drawingml/2006/main">
              <a:ext uri="{FF2B5EF4-FFF2-40B4-BE49-F238E27FC236}">
                <a16:creationId xmlns:a16="http://schemas.microsoft.com/office/drawing/2014/main" id="{B6490841-4075-44B5-A0D0-2A324A0D6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Exit explanation</a:t>
            </a:r>
          </a:p>
        </p:txBody>
      </p:sp>
      <p:sp>
        <p:nvSpPr>
          <p:cNvPr id="6" name="U1-W10-L02  ·  8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2BD68BE-72D5-44CF-8AB0-786E0E3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U1-W15-L02  ·  8/8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A358CBE9-A19D-4D0F-831C-962B0F59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one loop-boundary or initialisation correction.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7C9F4666-13A5-4067-96EC-10DBCCF1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Give a new input that would expose the old fault.</a:t>
            </a:r>
          </a:p>
        </p:txBody>
      </p:sp>
    </p:spTree>
    <p:extLst>
      <p:ext uri="{BB962C8B-B14F-4D97-AF65-F5344CB8AC3E}">
        <p14:creationId xmlns:p14="http://schemas.microsoft.com/office/powerpoint/2010/main" val="944066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2026-10-15T12:29:09.6980000Z</dcterms:created>
  <dcterms:modified xsi:type="dcterms:W3CDTF">2026-10-15T12:29:09.6980000Z</dcterms:modified>
</coreProperties>
</file>