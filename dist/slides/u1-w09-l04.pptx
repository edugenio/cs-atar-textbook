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9951f3a36d4b3f" /><Relationship Type="http://schemas.openxmlformats.org/officeDocument/2006/relationships/extended-properties" Target="/docProps/app.xml" Id="R56932884858b45a0" /><Relationship Type="http://schemas.openxmlformats.org/officeDocument/2006/relationships/officeDocument" Target="/ppt/presentation.xml" Id="Ra49839e89b0b49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bf49db98c3411e"/>
  </p:sldMasterIdLst>
  <p:notesMasterIdLst>
    <p:notesMasterId xmlns:r="http://schemas.openxmlformats.org/officeDocument/2006/relationships" r:id="R8e5844a89b124807"/>
  </p:notesMasterIdLst>
  <p:sldIdLst>
    <p:sldId xmlns:r="http://schemas.openxmlformats.org/officeDocument/2006/relationships" id="256" r:id="Ra80f595b109f4e4e"/>
    <p:sldId xmlns:r="http://schemas.openxmlformats.org/officeDocument/2006/relationships" id="257" r:id="Rbff22e38e2e4420f"/>
    <p:sldId xmlns:r="http://schemas.openxmlformats.org/officeDocument/2006/relationships" id="258" r:id="Rb40b8b1458374d94"/>
    <p:sldId xmlns:r="http://schemas.openxmlformats.org/officeDocument/2006/relationships" id="259" r:id="R1986a596d83e4cab"/>
    <p:sldId xmlns:r="http://schemas.openxmlformats.org/officeDocument/2006/relationships" id="260" r:id="R230d6c0055424048"/>
    <p:sldId xmlns:r="http://schemas.openxmlformats.org/officeDocument/2006/relationships" id="261" r:id="R9dff3f3d75ac44e9"/>
    <p:sldId xmlns:r="http://schemas.openxmlformats.org/officeDocument/2006/relationships" id="262" r:id="R047273eff53243b0"/>
    <p:sldId xmlns:r="http://schemas.openxmlformats.org/officeDocument/2006/relationships" id="263" r:id="R5be624f3df084b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33123e6917422a" /><Relationship Type="http://schemas.openxmlformats.org/officeDocument/2006/relationships/slideMaster" Target="/ppt/slideMasters/slideMaster1.xml" Id="Rd3bf49db98c3411e" /><Relationship Type="http://schemas.openxmlformats.org/officeDocument/2006/relationships/notesMaster" Target="/ppt/notesMasters/notesMaster1.xml" Id="R8e5844a89b124807" /><Relationship Type="http://schemas.openxmlformats.org/officeDocument/2006/relationships/presProps" Target="/ppt/presProps.xml" Id="Re5dd69c5ef4a4201" /><Relationship Type="http://schemas.openxmlformats.org/officeDocument/2006/relationships/tableStyles" Target="/ppt/tableStyles.xml" Id="R332518d06174409e" /><Relationship Type="http://schemas.openxmlformats.org/officeDocument/2006/relationships/slide" Target="/ppt/slides/slide1.xml" Id="Ra80f595b109f4e4e" /><Relationship Type="http://schemas.openxmlformats.org/officeDocument/2006/relationships/slide" Target="/ppt/slides/slide2.xml" Id="Rbff22e38e2e4420f" /><Relationship Type="http://schemas.openxmlformats.org/officeDocument/2006/relationships/slide" Target="/ppt/slides/slide3.xml" Id="Rb40b8b1458374d94" /><Relationship Type="http://schemas.openxmlformats.org/officeDocument/2006/relationships/slide" Target="/ppt/slides/slide4.xml" Id="R1986a596d83e4cab" /><Relationship Type="http://schemas.openxmlformats.org/officeDocument/2006/relationships/slide" Target="/ppt/slides/slide5.xml" Id="R230d6c0055424048" /><Relationship Type="http://schemas.openxmlformats.org/officeDocument/2006/relationships/slide" Target="/ppt/slides/slide6.xml" Id="R9dff3f3d75ac44e9" /><Relationship Type="http://schemas.openxmlformats.org/officeDocument/2006/relationships/slide" Target="/ppt/slides/slide7.xml" Id="R047273eff53243b0" /><Relationship Type="http://schemas.openxmlformats.org/officeDocument/2006/relationships/slide" Target="/ppt/slides/slide8.xml" Id="R5be624f3df084b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62dc8188874b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9b6022ecb4461" /><Relationship Type="http://schemas.openxmlformats.org/officeDocument/2006/relationships/notesMaster" Target="/ppt/notesMasters/notesMaster1.xml" Id="Rf997bff504d644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19779149314f61" /><Relationship Type="http://schemas.openxmlformats.org/officeDocument/2006/relationships/notesMaster" Target="/ppt/notesMasters/notesMaster1.xml" Id="Rfe89e0c2da76494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1d717fc9bf498b" /><Relationship Type="http://schemas.openxmlformats.org/officeDocument/2006/relationships/notesMaster" Target="/ppt/notesMasters/notesMaster1.xml" Id="R68c8e2bde8d042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187299eb754b85" /><Relationship Type="http://schemas.openxmlformats.org/officeDocument/2006/relationships/notesMaster" Target="/ppt/notesMasters/notesMaster1.xml" Id="Rd5ecea7f23434c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bb9cf16d7d74b96" /><Relationship Type="http://schemas.openxmlformats.org/officeDocument/2006/relationships/notesMaster" Target="/ppt/notesMasters/notesMaster1.xml" Id="R10faffc3f9c1427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4c3edc9d544115" /><Relationship Type="http://schemas.openxmlformats.org/officeDocument/2006/relationships/notesMaster" Target="/ppt/notesMasters/notesMaster1.xml" Id="R8f86f841535749c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aa4db0e72c4c43" /><Relationship Type="http://schemas.openxmlformats.org/officeDocument/2006/relationships/notesMaster" Target="/ppt/notesMasters/notesMaster1.xml" Id="R1745d9aff287466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ecf44d4680746af" /><Relationship Type="http://schemas.openxmlformats.org/officeDocument/2006/relationships/notesMaster" Target="/ppt/notesMasters/notesMaster1.xml" Id="R4a75f9580c3740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Learning intention</a:t>
            </a:r>
          </a:p>
          <a:p xmlns:a="http://schemas.openxmlformats.org/drawingml/2006/main">
            <a:r>
              <a:t>Suggested time: 2 minutes.</a:t>
            </a:r>
          </a:p>
          <a:p xmlns:a="http://schemas.openxmlformats.org/drawingml/2006/main">
            <a:r>
              <a:t>Prepare: Open the 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Explain the goal and the expected independent outcome. Save accepted orders and preserve earlier records. This is ungraded textbook learning. Suggested times can be adjusted to the class. Teaching reference: https://edugenio.github.io/cs-atar-textbook/#design.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retrieval, then partner comparison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Append retains earlier file text. Follow the project contract: successful saving precedes adding the accepted order to the session list. Allow silent thinking before discussion. Ask a learner to justify an answer before revealing the explanation. Teaching reference: https://edugenio.github.io/cs-atar-textbook/#design.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table and teacher explanation</a:t>
            </a:r>
          </a:p>
          <a:p xmlns:a="http://schemas.openxmlformats.org/drawingml/2006/main">
            <a:r>
              <a:t>Suggested time: 6 minutes.</a:t>
            </a:r>
          </a:p>
          <a:p xmlns:a="http://schemas.openxmlformats.org/drawingml/2006/main">
            <a:r>
              <a:t>Prepare: Open the 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only disposable synthetic files. Check the agreed CSV fields and record separator in the starter. Teaching reference: https://edugenio.github.io/cs-atar-textbook/#design.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Predict, model and explain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With the agreed newline format, append gives two records. Opening in w truncates existing contents. Demonstrate only in a disposable folder. Pause for predictions before discussing the expected result. Teaching reference: https://edugenio.github.io/cs-atar-textbook/#design.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Guided paired practice</a:t>
            </a:r>
          </a:p>
          <a:p xmlns:a="http://schemas.openxmlformats.org/drawingml/2006/main">
            <a:r>
              <a:t>Suggested time: 10 minutes.</a:t>
            </a:r>
          </a:p>
          <a:p xmlns:a="http://schemas.openxmlformats.org/drawingml/2006/main">
            <a:r>
              <a:t>Prepare: Open the 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should remain unchanged under this project contract. Do not claim success or create a summary entry for an unsaved order. Swap explaining and checking roles so both learners articulate the reasoning. Teaching reference: https://edugenio.github.io/cs-atar-textbook/#design.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application with optional support</a:t>
            </a:r>
          </a:p>
          <a:p xmlns:a="http://schemas.openxmlformats.org/drawingml/2006/main">
            <a:r>
              <a:t>Suggested time: 12 minutes.</a:t>
            </a:r>
          </a:p>
          <a:p xmlns:a="http://schemas.openxmlformats.org/drawingml/2006/main">
            <a:r>
              <a:t>Prepare: Open the 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stub returning False or the supplied controlled failure fixture. Do not change OS permissions on important files. Check before/after session state and file contents. Offer the relevant worked example if needed, then use a changed case to check independent understanding. Teaching reference: https://edugenio.github.io/cs-atar-textbook/#design.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Whole-class response and justification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addresses the reported storage failure. Verify a correction with two runs rather than changing unrelated interface behaviour. Give thinking time and collect reasons, without recording scores. Teaching reference: https://edugenio.github.io/cs-atar-textbook/#design.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Individual reflection and fresh explanation</a:t>
            </a:r>
          </a:p>
          <a:p xmlns:a="http://schemas.openxmlformats.org/drawingml/2006/main">
            <a:r>
              <a:t>Suggested time: 5 minutes.</a:t>
            </a:r>
          </a:p>
          <a:p xmlns:a="http://schemas.openxmlformats.org/drawingml/2006/main">
            <a:r>
              <a:t>Prepare: Open the design chapter and its learning resources. Use paper or a local editor as appropriate, with fictional data and disposable practice copies. The suggested 55-minute lesson is flexible.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Expected: both valid records remain and a failed save does not falsely enter session data. Unfinished work becomes a specific next action. Use the response to select the next explanation or practice activity. Teaching reference: https://edugenio.github.io/cs-atar-textbook/#design. Use the current chapter and its linked resources.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34cb1e67344b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8665e5cb145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ef39b8b9a43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01afad502e455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adf7f04464a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f526db5af4b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DC7E6F-871F-4428-A6D7-012593835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D378CF-F25D-4FEF-829A-757FD37775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F451CC6-B5A9-4740-B47B-FBC2632A7A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0A65A-4C54-4F15-BA40-C46336F57B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E17DCF6-9D98-44F3-AC1E-5CC1C5C01E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A0F398-F40C-47D6-A95D-B81130FA50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F43F79-574C-48AB-AE90-323F0E6EF5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7B6732-FC7C-4512-ACB8-9B20D6E488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63A364-26A4-4B6B-92EF-36409E0F8C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33DDEE7-6E63-4364-B219-0A953CD908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7c3b8ba83e4875" /><Relationship Type="http://schemas.openxmlformats.org/officeDocument/2006/relationships/slideLayout" Target="/ppt/slideLayouts/slideLayout1.xml" Id="R37be9cb24c864d0b" /><Relationship Type="http://schemas.openxmlformats.org/officeDocument/2006/relationships/slideLayout" Target="/ppt/slideLayouts/slideLayout2.xml" Id="R46469d53a77f4563" /><Relationship Type="http://schemas.openxmlformats.org/officeDocument/2006/relationships/slideLayout" Target="/ppt/slideLayouts/slideLayout3.xml" Id="R9d9d26d09abb47b9" /><Relationship Type="http://schemas.openxmlformats.org/officeDocument/2006/relationships/slideLayout" Target="/ppt/slideLayouts/slideLayout4.xml" Id="R7520161a01e947b4" /><Relationship Type="http://schemas.openxmlformats.org/officeDocument/2006/relationships/slideLayout" Target="/ppt/slideLayouts/slideLayout5.xml" Id="R9c3b990c82da44e5" /><Relationship Type="http://schemas.openxmlformats.org/officeDocument/2006/relationships/slideLayout" Target="/ppt/slideLayouts/slideLayout6.xml" Id="R4b1bf059f5f44d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be9cb24c864d0b"/>
    <p:sldLayoutId xmlns:r="http://schemas.openxmlformats.org/officeDocument/2006/relationships" id="2147483650" r:id="R46469d53a77f4563"/>
    <p:sldLayoutId xmlns:r="http://schemas.openxmlformats.org/officeDocument/2006/relationships" id="2147483651" r:id="R9d9d26d09abb47b9"/>
    <p:sldLayoutId xmlns:r="http://schemas.openxmlformats.org/officeDocument/2006/relationships" id="2147483652" r:id="R7520161a01e947b4"/>
    <p:sldLayoutId xmlns:r="http://schemas.openxmlformats.org/officeDocument/2006/relationships" id="2147483653" r:id="R9c3b990c82da44e5"/>
    <p:sldLayoutId xmlns:r="http://schemas.openxmlformats.org/officeDocument/2006/relationships" id="2147483654" r:id="R4b1bf059f5f44d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5ce2bde4cc4635" /><Relationship Type="http://schemas.openxmlformats.org/officeDocument/2006/relationships/notesSlide" Target="/ppt/notesSlides/notesSlide1.xml" Id="Rbc6496782e6b49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7e6e0956b043e7" /><Relationship Type="http://schemas.openxmlformats.org/officeDocument/2006/relationships/notesSlide" Target="/ppt/notesSlides/notesSlide2.xml" Id="Rea63cae992514a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c9a741c444c13" /><Relationship Type="http://schemas.openxmlformats.org/officeDocument/2006/relationships/notesSlide" Target="/ppt/notesSlides/notesSlide3.xml" Id="R476b16b94e1949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02254ab3b94cb5" /><Relationship Type="http://schemas.openxmlformats.org/officeDocument/2006/relationships/notesSlide" Target="/ppt/notesSlides/notesSlide4.xml" Id="Rd7f7eee6a48841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8a04f437c44ea1" /><Relationship Type="http://schemas.openxmlformats.org/officeDocument/2006/relationships/notesSlide" Target="/ppt/notesSlides/notesSlide5.xml" Id="R235244283fd248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3505780e9e44ad" /><Relationship Type="http://schemas.openxmlformats.org/officeDocument/2006/relationships/notesSlide" Target="/ppt/notesSlides/notesSlide6.xml" Id="Rd2ad7e5544f84d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d3c48cc1f44978" /><Relationship Type="http://schemas.openxmlformats.org/officeDocument/2006/relationships/notesSlide" Target="/ppt/notesSlides/notesSlide7.xml" Id="Rd1db337fdb7c4a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1114abfa54719" /><Relationship Type="http://schemas.openxmlformats.org/officeDocument/2006/relationships/notesSlide" Target="/ppt/notesSlides/notesSlide8.xml" Id="R5b61fd094b234e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sting, correction and retesting">
            <a:extLst xmlns:a="http://schemas.openxmlformats.org/drawingml/2006/main">
              <a:ext uri="{FF2B5EF4-FFF2-40B4-BE49-F238E27FC236}">
                <a16:creationId xmlns:a16="http://schemas.microsoft.com/office/drawing/2014/main" id="{AFCDDBCA-4539-4B5E-8F06-17FFB22BAE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2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Storage and recovery workshop</a:t>
            </a:r>
          </a:p>
        </p:txBody>
      </p:sp>
      <p:sp>
        <p:nvSpPr>
          <p:cNvPr id="4" name="U1-W10-L02  ·  1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5842E5C-DF93-4156-9D76-9E1D0093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U1-W09-L04  ·  1/8  ·  Content CC BY 4.0 / code MIT</a:t>
            </a:r>
          </a:p>
        </p:txBody>
      </p:sp>
      <p:sp>
        <p:nvSpPr>
          <p:cNvPr id="6" name="Body 1">
            <a:extLst xmlns:a="http://schemas.openxmlformats.org/drawingml/2006/main">
              <a:ext uri="{FF2B5EF4-FFF2-40B4-BE49-F238E27FC236}">
                <a16:creationId xmlns:a16="http://schemas.microsoft.com/office/drawing/2014/main" id="{93F10C72-CFE1-4BE1-90DF-35FADEC5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Unit 1 · Week 9 · Lesson 4</a:t>
            </a:r>
          </a:p>
        </p:txBody>
      </p:sp>
      <p:sp>
        <p:nvSpPr>
          <p:cNvPr id="7" name="Body 2">
            <a:extLst xmlns:a="http://schemas.openxmlformats.org/drawingml/2006/main">
              <a:ext uri="{FF2B5EF4-FFF2-40B4-BE49-F238E27FC236}">
                <a16:creationId xmlns:a16="http://schemas.microsoft.com/office/drawing/2014/main" id="{01075207-3741-451B-B263-51BE6291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Save accepted orders and preserve earlier records.</a:t>
            </a:r>
          </a:p>
        </p:txBody>
      </p:sp>
    </p:spTree>
    <p:extLst>
      <p:ext uri="{BB962C8B-B14F-4D97-AF65-F5344CB8AC3E}">
        <p14:creationId xmlns:p14="http://schemas.microsoft.com/office/powerpoint/2010/main" val="16265673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trieval: useful test evidence">
            <a:extLst xmlns:a="http://schemas.openxmlformats.org/drawingml/2006/main">
              <a:ext uri="{FF2B5EF4-FFF2-40B4-BE49-F238E27FC236}">
                <a16:creationId xmlns:a16="http://schemas.microsoft.com/office/drawing/2014/main" id="{53820A5D-62A5-4E0F-AF10-C2BC187D61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Retrieval and explanation</a:t>
            </a:r>
          </a:p>
        </p:txBody>
      </p:sp>
      <p:sp>
        <p:nvSpPr>
          <p:cNvPr id="6" name="U1-W10-L02  ·  2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EE8ED621-960B-4675-9E73-7BB4FE43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U1-W09-L04  ·  2/8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3C566560-9A31-4DF3-8E06-46EB9BD9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What does append mode retain?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F78C7327-5B7C-461C-B1D2-949D2E6D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When should an order enter the session list?</a:t>
            </a:r>
          </a:p>
        </p:txBody>
      </p:sp>
    </p:spTree>
    <p:extLst>
      <p:ext uri="{BB962C8B-B14F-4D97-AF65-F5344CB8AC3E}">
        <p14:creationId xmlns:p14="http://schemas.microsoft.com/office/powerpoint/2010/main" val="11177836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 test set follows requirements">
            <a:extLst xmlns:a="http://schemas.openxmlformats.org/drawingml/2006/main">
              <a:ext uri="{FF2B5EF4-FFF2-40B4-BE49-F238E27FC236}">
                <a16:creationId xmlns:a16="http://schemas.microsoft.com/office/drawing/2014/main" id="{8BC05678-5160-4BEA-8C08-37911F7D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Storage checks</a:t>
            </a:r>
          </a:p>
        </p:txBody>
      </p:sp>
      <p:sp>
        <p:nvSpPr>
          <p:cNvPr id="3" name="U1-W10-L02  ·  3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79660D14-6EE3-4897-A61D-0F9E1196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U1-W09-L04  ·  3/8  ·  Content CC BY 4.0 / code MIT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DC553-8301-4001-9771-0BEF3DB37417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Case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Expected result</a:t>
                      </a:r>
                    </a:p>
                  </a:txBody>
                  <a:tcPr marL="91440" marR="91440" marT="45720" marB="45720">
                    <a:solidFill>
                      <a:srgbClr val="285747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First successful save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One complete record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Second run and save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Earlier record remains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Write failure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Clear failure and no false success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Empty session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85725" tIns="85725" rIns="85725" bIns="85725"/>
                    <a:lstStyle/>
                    <a:p>
                      <a:r>
                        <a:rPr sz="2100" b="0">
                          <a:solidFill>
                            <a:srgbClr val="18322D"/>
                          </a:solidFill>
                          <a:latin typeface="Arial"/>
                          <a:ea typeface="Arial"/>
                          <a:cs typeface="Arial"/>
                        </a:rPr>
                        <a:t>No maximum-index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06675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oundary and recovery cases">
            <a:extLst xmlns:a="http://schemas.openxmlformats.org/drawingml/2006/main">
              <a:ext uri="{FF2B5EF4-FFF2-40B4-BE49-F238E27FC236}">
                <a16:creationId xmlns:a16="http://schemas.microsoft.com/office/drawing/2014/main" id="{26E810D0-69D3-4EF4-8AAC-A542267056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Two runs, two records</a:t>
            </a:r>
          </a:p>
        </p:txBody>
      </p:sp>
      <p:sp>
        <p:nvSpPr>
          <p:cNvPr id="6" name="U1-W10-L02  ·  4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A3AFAA6-EB75-4769-B829-A51834FE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U1-W09-L04  ·  4/8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0592AAF9-B967-484A-B114-9F32EDF6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Predict the file after saving quantities 2 and 5.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63163EC7-E5AD-4D01-9D8F-2A92CE61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Compare append with write mode.</a:t>
            </a:r>
          </a:p>
        </p:txBody>
      </p:sp>
    </p:spTree>
    <p:extLst>
      <p:ext uri="{BB962C8B-B14F-4D97-AF65-F5344CB8AC3E}">
        <p14:creationId xmlns:p14="http://schemas.microsoft.com/office/powerpoint/2010/main" val="7200748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producing a failure">
            <a:extLst xmlns:a="http://schemas.openxmlformats.org/drawingml/2006/main">
              <a:ext uri="{FF2B5EF4-FFF2-40B4-BE49-F238E27FC236}">
                <a16:creationId xmlns:a16="http://schemas.microsoft.com/office/drawing/2014/main" id="{2E2586B4-20DF-48D9-ACD3-870FB90165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failed save</a:t>
            </a:r>
          </a:p>
        </p:txBody>
      </p:sp>
      <p:sp>
        <p:nvSpPr>
          <p:cNvPr id="6" name="U1-W10-L02  ·  5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4267E3FD-828A-4EEE-AEF0-852A542B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U1-W09-L04  ·  5/8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4255F4ED-D6F6-4053-97AF-B01EC52E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 save function reports failure.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9D6870D5-6B2C-433A-9AB0-116C9F58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Trace whether the session list should change.</a:t>
            </a:r>
          </a:p>
        </p:txBody>
      </p:sp>
    </p:spTree>
    <p:extLst>
      <p:ext uri="{BB962C8B-B14F-4D97-AF65-F5344CB8AC3E}">
        <p14:creationId xmlns:p14="http://schemas.microsoft.com/office/powerpoint/2010/main" val="10619137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vidence workshop">
            <a:extLst xmlns:a="http://schemas.openxmlformats.org/drawingml/2006/main">
              <a:ext uri="{FF2B5EF4-FFF2-40B4-BE49-F238E27FC236}">
                <a16:creationId xmlns:a16="http://schemas.microsoft.com/office/drawing/2014/main" id="{C4FF5806-B6C8-4DAE-91FA-7DB6D7E3B1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U1-W10-L02  ·  6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0A211C1E-0D12-41DA-8C29-6F909310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U1-W09-L04  ·  6/8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DAE48EAA-9B06-4D8E-9AE7-F227A9AE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Connect storage to your accepted-order workflow.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BB07FC3E-B823-4D33-BE32-920B452B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Test two runs and a simulated save failure.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7D5DFC8C-B90D-4867-BF16-4930E819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Keep a safe copy before changing files.</a:t>
            </a:r>
          </a:p>
        </p:txBody>
      </p:sp>
    </p:spTree>
    <p:extLst>
      <p:ext uri="{BB962C8B-B14F-4D97-AF65-F5344CB8AC3E}">
        <p14:creationId xmlns:p14="http://schemas.microsoft.com/office/powerpoint/2010/main" val="15516860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 honest result record">
            <a:extLst xmlns:a="http://schemas.openxmlformats.org/drawingml/2006/main">
              <a:ext uri="{FF2B5EF4-FFF2-40B4-BE49-F238E27FC236}">
                <a16:creationId xmlns:a16="http://schemas.microsoft.com/office/drawing/2014/main" id="{D37BFFF5-7BE6-4FB7-8525-23C0D67DB3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A choice to explain</a:t>
            </a:r>
          </a:p>
        </p:txBody>
      </p:sp>
      <p:sp>
        <p:nvSpPr>
          <p:cNvPr id="6" name="U1-W10-L02  ·  7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AD598897-BFB7-4F29-A39E-FBF333C3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U1-W09-L04  ·  7/8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6EC342A4-85C8-4144-BDC9-7E9BC891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Only the newest order survives the second run.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23A26F56-1260-4A7B-B061-8C5A60BC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A: Inspect the file mode and record-writing path.</a:t>
            </a:r>
          </a:p>
        </p:txBody>
      </p:sp>
      <p:sp>
        <p:nvSpPr>
          <p:cNvPr id="10" name="Body 3">
            <a:extLst xmlns:a="http://schemas.openxmlformats.org/drawingml/2006/main">
              <a:ext uri="{FF2B5EF4-FFF2-40B4-BE49-F238E27FC236}">
                <a16:creationId xmlns:a16="http://schemas.microsoft.com/office/drawing/2014/main" id="{C5B18689-67AC-44F3-9EFA-18EC1808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B: Add more input prompts.</a:t>
            </a:r>
          </a:p>
        </p:txBody>
      </p:sp>
    </p:spTree>
    <p:extLst>
      <p:ext uri="{BB962C8B-B14F-4D97-AF65-F5344CB8AC3E}">
        <p14:creationId xmlns:p14="http://schemas.microsoft.com/office/powerpoint/2010/main" val="13741796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eckpoint: readiness for a user trial">
            <a:extLst xmlns:a="http://schemas.openxmlformats.org/drawingml/2006/main">
              <a:ext uri="{FF2B5EF4-FFF2-40B4-BE49-F238E27FC236}">
                <a16:creationId xmlns:a16="http://schemas.microsoft.com/office/drawing/2014/main" id="{B6490841-4075-44B5-A0D0-2A324A0D6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715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600" b="1">
                <a:solidFill>
                  <a:srgbClr val="28574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5747"/>
                </a:solidFill>
                <a:latin typeface="Arial"/>
                <a:ea typeface="Arial"/>
                <a:cs typeface="Arial"/>
              </a:rPr>
              <a:t>Exit explanation</a:t>
            </a:r>
          </a:p>
        </p:txBody>
      </p:sp>
      <p:sp>
        <p:nvSpPr>
          <p:cNvPr id="6" name="U1-W10-L02  ·  8/8  ·  Content CC BY 4.0 / code MIT">
            <a:extLst xmlns:a="http://schemas.openxmlformats.org/drawingml/2006/main">
              <a:ext uri="{FF2B5EF4-FFF2-40B4-BE49-F238E27FC236}">
                <a16:creationId xmlns:a16="http://schemas.microsoft.com/office/drawing/2014/main" id="{22BD68BE-72D5-44CF-8AB0-786E0E3C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6786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6786F"/>
                </a:solidFill>
                <a:latin typeface="Arial"/>
                <a:ea typeface="Arial"/>
                <a:cs typeface="Arial"/>
              </a:rPr>
              <a:t>U1-W09-L04  ·  8/8  ·  Content CC BY 4.0 / code MIT</a:t>
            </a:r>
          </a:p>
        </p:txBody>
      </p:sp>
      <p:sp>
        <p:nvSpPr>
          <p:cNvPr id="8" name="Body 1">
            <a:extLst xmlns:a="http://schemas.openxmlformats.org/drawingml/2006/main">
              <a:ext uri="{FF2B5EF4-FFF2-40B4-BE49-F238E27FC236}">
                <a16:creationId xmlns:a16="http://schemas.microsoft.com/office/drawing/2014/main" id="{8E5E1BC1-C719-45BE-9BE4-AD3C9271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Show the retained records from two runs.</a:t>
            </a:r>
          </a:p>
        </p:txBody>
      </p:sp>
      <p:sp>
        <p:nvSpPr>
          <p:cNvPr id="9" name="Body 2">
            <a:extLst xmlns:a="http://schemas.openxmlformats.org/drawingml/2006/main">
              <a:ext uri="{FF2B5EF4-FFF2-40B4-BE49-F238E27FC236}">
                <a16:creationId xmlns:a16="http://schemas.microsoft.com/office/drawing/2014/main" id="{3161B830-2789-4FEA-9020-FF031048E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832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8322D"/>
                </a:solidFill>
                <a:latin typeface="Arial"/>
                <a:ea typeface="Arial"/>
                <a:cs typeface="Arial"/>
              </a:rPr>
              <a:t>Explain the outcome when saving fails.</a:t>
            </a:r>
          </a:p>
        </p:txBody>
      </p:sp>
    </p:spTree>
    <p:extLst>
      <p:ext uri="{BB962C8B-B14F-4D97-AF65-F5344CB8AC3E}">
        <p14:creationId xmlns:p14="http://schemas.microsoft.com/office/powerpoint/2010/main" val="944066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2026-10-15T12:27:49.7550000Z</dcterms:created>
  <dcterms:modified xsi:type="dcterms:W3CDTF">2026-10-15T12:27:49.7550000Z</dcterms:modified>
</coreProperties>
</file>