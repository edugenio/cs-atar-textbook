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57e8790424a8a" /><Relationship Type="http://schemas.openxmlformats.org/officeDocument/2006/relationships/extended-properties" Target="/docProps/app.xml" Id="R425a7b1fabc043e2" /><Relationship Type="http://schemas.openxmlformats.org/officeDocument/2006/relationships/officeDocument" Target="/ppt/presentation.xml" Id="Rfeae98fa30c5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cadbfec5f472d"/>
  </p:sldMasterIdLst>
  <p:notesMasterIdLst>
    <p:notesMasterId xmlns:r="http://schemas.openxmlformats.org/officeDocument/2006/relationships" r:id="R3c6a8c358f5347e3"/>
  </p:notesMasterIdLst>
  <p:sldIdLst>
    <p:sldId xmlns:r="http://schemas.openxmlformats.org/officeDocument/2006/relationships" id="256" r:id="Rbe38553de9f24472"/>
    <p:sldId xmlns:r="http://schemas.openxmlformats.org/officeDocument/2006/relationships" id="257" r:id="R8463e0ba06f44f17"/>
    <p:sldId xmlns:r="http://schemas.openxmlformats.org/officeDocument/2006/relationships" id="258" r:id="R27da644948a64e37"/>
    <p:sldId xmlns:r="http://schemas.openxmlformats.org/officeDocument/2006/relationships" id="259" r:id="R47d76823fd354d48"/>
    <p:sldId xmlns:r="http://schemas.openxmlformats.org/officeDocument/2006/relationships" id="260" r:id="R7ee3d182d4be4932"/>
    <p:sldId xmlns:r="http://schemas.openxmlformats.org/officeDocument/2006/relationships" id="261" r:id="R5b7502bddff442a0"/>
    <p:sldId xmlns:r="http://schemas.openxmlformats.org/officeDocument/2006/relationships" id="262" r:id="R6292da36bd984171"/>
    <p:sldId xmlns:r="http://schemas.openxmlformats.org/officeDocument/2006/relationships" id="263" r:id="Re930a12f0e5c48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1b1a1ae614e5e" /><Relationship Type="http://schemas.openxmlformats.org/officeDocument/2006/relationships/slideMaster" Target="/ppt/slideMasters/slideMaster1.xml" Id="R17acadbfec5f472d" /><Relationship Type="http://schemas.openxmlformats.org/officeDocument/2006/relationships/notesMaster" Target="/ppt/notesMasters/notesMaster1.xml" Id="R3c6a8c358f5347e3" /><Relationship Type="http://schemas.openxmlformats.org/officeDocument/2006/relationships/presProps" Target="/ppt/presProps.xml" Id="R16fe7e15fc6c40ab" /><Relationship Type="http://schemas.openxmlformats.org/officeDocument/2006/relationships/tableStyles" Target="/ppt/tableStyles.xml" Id="R4d49ffbb413b4df8" /><Relationship Type="http://schemas.openxmlformats.org/officeDocument/2006/relationships/slide" Target="/ppt/slides/slide1.xml" Id="Rbe38553de9f24472" /><Relationship Type="http://schemas.openxmlformats.org/officeDocument/2006/relationships/slide" Target="/ppt/slides/slide2.xml" Id="R8463e0ba06f44f17" /><Relationship Type="http://schemas.openxmlformats.org/officeDocument/2006/relationships/slide" Target="/ppt/slides/slide3.xml" Id="R27da644948a64e37" /><Relationship Type="http://schemas.openxmlformats.org/officeDocument/2006/relationships/slide" Target="/ppt/slides/slide4.xml" Id="R47d76823fd354d48" /><Relationship Type="http://schemas.openxmlformats.org/officeDocument/2006/relationships/slide" Target="/ppt/slides/slide5.xml" Id="R7ee3d182d4be4932" /><Relationship Type="http://schemas.openxmlformats.org/officeDocument/2006/relationships/slide" Target="/ppt/slides/slide6.xml" Id="R5b7502bddff442a0" /><Relationship Type="http://schemas.openxmlformats.org/officeDocument/2006/relationships/slide" Target="/ppt/slides/slide7.xml" Id="R6292da36bd984171" /><Relationship Type="http://schemas.openxmlformats.org/officeDocument/2006/relationships/slide" Target="/ppt/slides/slide8.xml" Id="Re930a12f0e5c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6d7bbecbf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d9489f75594fb8" /><Relationship Type="http://schemas.openxmlformats.org/officeDocument/2006/relationships/notesMaster" Target="/ppt/notesMasters/notesMaster1.xml" Id="Re97b1ae51603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95e4cc5d5048a4" /><Relationship Type="http://schemas.openxmlformats.org/officeDocument/2006/relationships/notesMaster" Target="/ppt/notesMasters/notesMaster1.xml" Id="R1c3f653d54324d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ee2062bf440f0" /><Relationship Type="http://schemas.openxmlformats.org/officeDocument/2006/relationships/notesMaster" Target="/ppt/notesMasters/notesMaster1.xml" Id="Rdc6d679d7f9548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ff453d6eb14807" /><Relationship Type="http://schemas.openxmlformats.org/officeDocument/2006/relationships/notesMaster" Target="/ppt/notesMasters/notesMaster1.xml" Id="R5b9e809e7b45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f09a6767c4108" /><Relationship Type="http://schemas.openxmlformats.org/officeDocument/2006/relationships/notesMaster" Target="/ppt/notesMasters/notesMaster1.xml" Id="R619a272482ad45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2a63fd5544b70" /><Relationship Type="http://schemas.openxmlformats.org/officeDocument/2006/relationships/notesMaster" Target="/ppt/notesMasters/notesMaster1.xml" Id="R2074163bb833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052cbe7a84de9" /><Relationship Type="http://schemas.openxmlformats.org/officeDocument/2006/relationships/notesMaster" Target="/ppt/notesMasters/notesMaster1.xml" Id="R592d1f9f5261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2539fd0ab2413b" /><Relationship Type="http://schemas.openxmlformats.org/officeDocument/2006/relationships/notesMaster" Target="/ppt/notesMasters/notesMaster1.xml" Id="R62e3670be89743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Trace a request and explain TCP and UDP guarantees. This is ungraded textbook learning. Suggested times can be adjusted to the class.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Internet handles IP addressing/routing. DNS supplies name-related records, often including an address. It does not carry the later web page content. Allow silent thinking before discussion. Ask a learner to justify an answer before revealing the explanation.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a web request using TCP for the worked trace. Modern HTTP versions can use other transport arrangements, so do not state all HTTPS uses TCP.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encapsulation as adding control information for each job. The receiver processes the information up the stack. Pause for predictions before discussing the expected result.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TCP supplies ordered reliable stream behaviour. UDP leaves delivery/order handling to the application where needed. Avoid claiming UDP always wins on speed. Swap explaining and checking roles so both learners articulate the reasoning.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Learners annotate a paper trace. Do not generate live traffic. Require an explicit assumption that this example uses TCP. Offer the relevant worked example if needed, then use a changed case to check independent understanding.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Transport guarantees concern the stream, not the whole service or its application permissions. Give thinking time and collect reasons, without recording scores.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networks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term identifies a layer unit. DNS, application state or permissions can fail independently of a healthy local connection. Use the response to select the next explanation or practice activity. Teaching reference: https://edugenio.github.io/cs-atar-textbook/#networks.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9696934004b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9679d12cc45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ac5480ce941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9054e8de347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0e92b284e4d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cf0d588e448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12275664941e8" /><Relationship Type="http://schemas.openxmlformats.org/officeDocument/2006/relationships/slideLayout" Target="/ppt/slideLayouts/slideLayout1.xml" Id="R85e63b17cb874f4c" /><Relationship Type="http://schemas.openxmlformats.org/officeDocument/2006/relationships/slideLayout" Target="/ppt/slideLayouts/slideLayout2.xml" Id="R6870939d5d1c4922" /><Relationship Type="http://schemas.openxmlformats.org/officeDocument/2006/relationships/slideLayout" Target="/ppt/slideLayouts/slideLayout3.xml" Id="R2ed6a2cd84eb40c0" /><Relationship Type="http://schemas.openxmlformats.org/officeDocument/2006/relationships/slideLayout" Target="/ppt/slideLayouts/slideLayout4.xml" Id="R46a08bd050064561" /><Relationship Type="http://schemas.openxmlformats.org/officeDocument/2006/relationships/slideLayout" Target="/ppt/slideLayouts/slideLayout5.xml" Id="R5bdb075b34a041cf" /><Relationship Type="http://schemas.openxmlformats.org/officeDocument/2006/relationships/slideLayout" Target="/ppt/slideLayouts/slideLayout6.xml" Id="R61233bc52e89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63b17cb874f4c"/>
    <p:sldLayoutId xmlns:r="http://schemas.openxmlformats.org/officeDocument/2006/relationships" id="2147483650" r:id="R6870939d5d1c4922"/>
    <p:sldLayoutId xmlns:r="http://schemas.openxmlformats.org/officeDocument/2006/relationships" id="2147483651" r:id="R2ed6a2cd84eb40c0"/>
    <p:sldLayoutId xmlns:r="http://schemas.openxmlformats.org/officeDocument/2006/relationships" id="2147483652" r:id="R46a08bd050064561"/>
    <p:sldLayoutId xmlns:r="http://schemas.openxmlformats.org/officeDocument/2006/relationships" id="2147483653" r:id="R5bdb075b34a041cf"/>
    <p:sldLayoutId xmlns:r="http://schemas.openxmlformats.org/officeDocument/2006/relationships" id="2147483654" r:id="R61233bc52e89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755250f7b449e" /><Relationship Type="http://schemas.openxmlformats.org/officeDocument/2006/relationships/notesSlide" Target="/ppt/notesSlides/notesSlide1.xml" Id="R5dd52ecdf085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b00d64e3543d1" /><Relationship Type="http://schemas.openxmlformats.org/officeDocument/2006/relationships/notesSlide" Target="/ppt/notesSlides/notesSlide2.xml" Id="R9fed94434c8a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e23c975544601" /><Relationship Type="http://schemas.openxmlformats.org/officeDocument/2006/relationships/notesSlide" Target="/ppt/notesSlides/notesSlide3.xml" Id="Ref9eca549cbf44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a741dafa64f66" /><Relationship Type="http://schemas.openxmlformats.org/officeDocument/2006/relationships/notesSlide" Target="/ppt/notesSlides/notesSlide4.xml" Id="Rb695cdccd8954a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9d35017044cbf" /><Relationship Type="http://schemas.openxmlformats.org/officeDocument/2006/relationships/notesSlide" Target="/ppt/notesSlides/notesSlide5.xml" Id="Rddfb4d826bcf4b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f2d87dde548f8" /><Relationship Type="http://schemas.openxmlformats.org/officeDocument/2006/relationships/notesSlide" Target="/ppt/notesSlides/notesSlide6.xml" Id="R87b17257d4b74d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f55b05b7e44f1" /><Relationship Type="http://schemas.openxmlformats.org/officeDocument/2006/relationships/notesSlide" Target="/ppt/notesSlides/notesSlide7.xml" Id="R9bf5def6ecf64f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0af6b36e8415c" /><Relationship Type="http://schemas.openxmlformats.org/officeDocument/2006/relationships/notesSlide" Target="/ppt/notesSlides/notesSlide8.xml" Id="R61d059d9971f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web request and transport choices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75D32537-586A-4F1B-9FEB-EB3E0AB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11 · Lesson 3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840BB3E4-856F-43A5-B85B-E04E2E7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a request and explain TCP and UDP guarantees.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6E2203EE-F7A4-4A8C-A243-7C2F83D8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layer handles IP routing?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CA5E749-6747-4475-AD45-C0E2E0C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DNS help a client look up?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Service and transport roles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284A2-FA3C-409A-91CE-345212FBD231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Job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Name-related lookup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Does not serve the web 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Ordered reliable byte stream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No promise of service availability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UDP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Datagram transport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No built-in delivery/order guarantee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Connection protection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Endpoints still need protection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Encapsulation in this example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0F4DB44-EF7B-4C1A-A826-E0522A1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Application data enters a TCP segment.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770F7F0-90FB-4FB0-B3AB-56672E5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IP carries that segment in a packet.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EB8FBCC-E4AA-4A39-B175-A1ACE9AD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local frame carries the packet across a link.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transport decision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75F58B6-4F1B-4B80-A598-1D90A0B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transfer needs an ordered stream.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28F93AE-B0E1-46AD-975A-3C4DD57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Another app handles late or missing updates itself.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6FA794A-5E6A-4ADF-8269-C7CEEE2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Discuss the transport responsibilities in each case.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359F101-45B7-47A2-85D7-DC19FC14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a fictional library request through four layers.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3EF1824-D8BA-4FED-AA85-0DA4DF1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where DNS and TLS contribute.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41D778C4-D1C6-4E11-B200-D0E8B625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one guarantee and one limit of TCP.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8FB17F0-EFED-4901-869C-A06B999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TCP connection exists.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AFA1696-91EF-495D-BE91-2430256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The application must always be available.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1F8CAE0-2179-4345-83B3-F6AB4DE1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The application can still fail or reject a request.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U1-W11-L03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2E79C02-72C3-464F-BDBD-B651BF4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segment, packet and frame.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7D93160-D40D-469A-8705-B944746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one reason a web request can still fail.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2026-10-15T12:28:03.0120000Z</dcterms:created>
  <dcterms:modified xsi:type="dcterms:W3CDTF">2026-10-15T12:28:03.0120000Z</dcterms:modified>
</coreProperties>
</file>