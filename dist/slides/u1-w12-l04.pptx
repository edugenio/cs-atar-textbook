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282f93c6d4670" /><Relationship Type="http://schemas.openxmlformats.org/officeDocument/2006/relationships/extended-properties" Target="/docProps/app.xml" Id="R33cc22262ae74f2a" /><Relationship Type="http://schemas.openxmlformats.org/officeDocument/2006/relationships/officeDocument" Target="/ppt/presentation.xml" Id="R186e1f1c8ffa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6a325337a48e7"/>
  </p:sldMasterIdLst>
  <p:notesMasterIdLst>
    <p:notesMasterId xmlns:r="http://schemas.openxmlformats.org/officeDocument/2006/relationships" r:id="Rf01c5b3ce52e41ae"/>
  </p:notesMasterIdLst>
  <p:sldIdLst>
    <p:sldId xmlns:r="http://schemas.openxmlformats.org/officeDocument/2006/relationships" id="256" r:id="Ra7487b1e9e324953"/>
    <p:sldId xmlns:r="http://schemas.openxmlformats.org/officeDocument/2006/relationships" id="257" r:id="Rbab93cfbd1e84d91"/>
    <p:sldId xmlns:r="http://schemas.openxmlformats.org/officeDocument/2006/relationships" id="258" r:id="Rd90061cf07de4f7e"/>
    <p:sldId xmlns:r="http://schemas.openxmlformats.org/officeDocument/2006/relationships" id="259" r:id="R5085a68214934d24"/>
    <p:sldId xmlns:r="http://schemas.openxmlformats.org/officeDocument/2006/relationships" id="260" r:id="Re3cf8865354b4e42"/>
    <p:sldId xmlns:r="http://schemas.openxmlformats.org/officeDocument/2006/relationships" id="261" r:id="Rc48e011a15234c49"/>
    <p:sldId xmlns:r="http://schemas.openxmlformats.org/officeDocument/2006/relationships" id="262" r:id="Refb46713f6d5423f"/>
    <p:sldId xmlns:r="http://schemas.openxmlformats.org/officeDocument/2006/relationships" id="263" r:id="R6c5ad3e8daa94b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9bb75e93f42b7" /><Relationship Type="http://schemas.openxmlformats.org/officeDocument/2006/relationships/slideMaster" Target="/ppt/slideMasters/slideMaster1.xml" Id="R83f6a325337a48e7" /><Relationship Type="http://schemas.openxmlformats.org/officeDocument/2006/relationships/notesMaster" Target="/ppt/notesMasters/notesMaster1.xml" Id="Rf01c5b3ce52e41ae" /><Relationship Type="http://schemas.openxmlformats.org/officeDocument/2006/relationships/presProps" Target="/ppt/presProps.xml" Id="R81b1d1d9e76040e2" /><Relationship Type="http://schemas.openxmlformats.org/officeDocument/2006/relationships/tableStyles" Target="/ppt/tableStyles.xml" Id="Ree2ffa1552cb45d5" /><Relationship Type="http://schemas.openxmlformats.org/officeDocument/2006/relationships/slide" Target="/ppt/slides/slide1.xml" Id="Ra7487b1e9e324953" /><Relationship Type="http://schemas.openxmlformats.org/officeDocument/2006/relationships/slide" Target="/ppt/slides/slide2.xml" Id="Rbab93cfbd1e84d91" /><Relationship Type="http://schemas.openxmlformats.org/officeDocument/2006/relationships/slide" Target="/ppt/slides/slide3.xml" Id="Rd90061cf07de4f7e" /><Relationship Type="http://schemas.openxmlformats.org/officeDocument/2006/relationships/slide" Target="/ppt/slides/slide4.xml" Id="R5085a68214934d24" /><Relationship Type="http://schemas.openxmlformats.org/officeDocument/2006/relationships/slide" Target="/ppt/slides/slide5.xml" Id="Re3cf8865354b4e42" /><Relationship Type="http://schemas.openxmlformats.org/officeDocument/2006/relationships/slide" Target="/ppt/slides/slide6.xml" Id="Rc48e011a15234c49" /><Relationship Type="http://schemas.openxmlformats.org/officeDocument/2006/relationships/slide" Target="/ppt/slides/slide7.xml" Id="Refb46713f6d5423f" /><Relationship Type="http://schemas.openxmlformats.org/officeDocument/2006/relationships/slide" Target="/ppt/slides/slide8.xml" Id="R6c5ad3e8daa9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87f6e610c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9b688ea3b4a5f" /><Relationship Type="http://schemas.openxmlformats.org/officeDocument/2006/relationships/notesMaster" Target="/ppt/notesMasters/notesMaster1.xml" Id="R84ea33c066e8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9c9d6780cf447f" /><Relationship Type="http://schemas.openxmlformats.org/officeDocument/2006/relationships/notesMaster" Target="/ppt/notesMasters/notesMaster1.xml" Id="R05e2daaae7894c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6e3f345a5a4922" /><Relationship Type="http://schemas.openxmlformats.org/officeDocument/2006/relationships/notesMaster" Target="/ppt/notesMasters/notesMaster1.xml" Id="Reac1e8e3938748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40aa3a15ae47ca" /><Relationship Type="http://schemas.openxmlformats.org/officeDocument/2006/relationships/notesMaster" Target="/ppt/notesMasters/notesMaster1.xml" Id="R301d816e635b4f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bb25ab59e44f3" /><Relationship Type="http://schemas.openxmlformats.org/officeDocument/2006/relationships/notesMaster" Target="/ppt/notesMasters/notesMaster1.xml" Id="R95439b8935be45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bbd151689419a" /><Relationship Type="http://schemas.openxmlformats.org/officeDocument/2006/relationships/notesMaster" Target="/ppt/notesMasters/notesMaster1.xml" Id="Rd78a60974eea40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aa6f924be4536" /><Relationship Type="http://schemas.openxmlformats.org/officeDocument/2006/relationships/notesMaster" Target="/ppt/notesMasters/notesMaster1.xml" Id="R633e09ea5a5141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a693257b24d96" /><Relationship Type="http://schemas.openxmlformats.org/officeDocument/2006/relationships/notesMaster" Target="/ppt/notesMasters/notesMaster1.xml" Id="R5e0e3c3d57db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Allocate usable addresses without duplicates. This is ungraded textbook learning. Suggested times can be adjusted to the class.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network is 192.168.40.0. Duplicate addresses on the network make delivery and ownership ambiguous. Allow silent thinking before discussion. Ask a learner to justify an answer before revealing the explanation.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this ordinary /24, do not allocate .0 or .255 to hosts. The twelve desktops need twelve distinct addresses. This is a paper plan, not a deployment instruction.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outside the client’s stated /24 local subnet. In this ordinary directly connected example, choose the intended reachable local gateway .40.1. Pause for predictions before discussing the expected result.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distinct unused host addresses, such as .40.40 onwards. Note that operational DHCP needs configuration; a paper allocation does not configure it. Swap explaining and checking roles so both learners articulate the reasoning.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different coherent allocation. Count all required interfaces and document reservations. Avoid changing any school device configuration. Offer the relevant worked example if needed, then use a changed case to check independent understanding.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Different labels do not resolve a duplicate interface address on the same subnet. Give thinking time and collect reasons, without recording scores.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addressing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distinct usable host addresses, local gateway and the /24 network comparison. Use the response to select the next explanation or practice activity. Teaching reference: https://edugenio.github.io/cs-atar-textbook/#addressing.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61cd1b55b48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d82108e654b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70e10e95040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c8bcc783a4a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5dbef03e347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bb281e06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3d482971e643e4" /><Relationship Type="http://schemas.openxmlformats.org/officeDocument/2006/relationships/slideLayout" Target="/ppt/slideLayouts/slideLayout1.xml" Id="Rc8d1b95d31414433" /><Relationship Type="http://schemas.openxmlformats.org/officeDocument/2006/relationships/slideLayout" Target="/ppt/slideLayouts/slideLayout2.xml" Id="Redb5980a7db24490" /><Relationship Type="http://schemas.openxmlformats.org/officeDocument/2006/relationships/slideLayout" Target="/ppt/slideLayouts/slideLayout3.xml" Id="R7347eff2291e4494" /><Relationship Type="http://schemas.openxmlformats.org/officeDocument/2006/relationships/slideLayout" Target="/ppt/slideLayouts/slideLayout4.xml" Id="Rd49a56bc77134794" /><Relationship Type="http://schemas.openxmlformats.org/officeDocument/2006/relationships/slideLayout" Target="/ppt/slideLayouts/slideLayout5.xml" Id="Re0aa3321d79c4d32" /><Relationship Type="http://schemas.openxmlformats.org/officeDocument/2006/relationships/slideLayout" Target="/ppt/slideLayouts/slideLayout6.xml" Id="Rc438db0c493a48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d1b95d31414433"/>
    <p:sldLayoutId xmlns:r="http://schemas.openxmlformats.org/officeDocument/2006/relationships" id="2147483650" r:id="Redb5980a7db24490"/>
    <p:sldLayoutId xmlns:r="http://schemas.openxmlformats.org/officeDocument/2006/relationships" id="2147483651" r:id="R7347eff2291e4494"/>
    <p:sldLayoutId xmlns:r="http://schemas.openxmlformats.org/officeDocument/2006/relationships" id="2147483652" r:id="Rd49a56bc77134794"/>
    <p:sldLayoutId xmlns:r="http://schemas.openxmlformats.org/officeDocument/2006/relationships" id="2147483653" r:id="Re0aa3321d79c4d32"/>
    <p:sldLayoutId xmlns:r="http://schemas.openxmlformats.org/officeDocument/2006/relationships" id="2147483654" r:id="Rc438db0c493a48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e3c3677d14e79" /><Relationship Type="http://schemas.openxmlformats.org/officeDocument/2006/relationships/notesSlide" Target="/ppt/notesSlides/notesSlide1.xml" Id="R2939814e75a0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d9c3acca64242" /><Relationship Type="http://schemas.openxmlformats.org/officeDocument/2006/relationships/notesSlide" Target="/ppt/notesSlides/notesSlide2.xml" Id="Ra808217c5a6246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562eb8a90478b" /><Relationship Type="http://schemas.openxmlformats.org/officeDocument/2006/relationships/notesSlide" Target="/ppt/notesSlides/notesSlide3.xml" Id="R0c75c505ca7442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453575a2e4cab" /><Relationship Type="http://schemas.openxmlformats.org/officeDocument/2006/relationships/notesSlide" Target="/ppt/notesSlides/notesSlide4.xml" Id="R068d4cde20b5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a6aeed53944423" /><Relationship Type="http://schemas.openxmlformats.org/officeDocument/2006/relationships/notesSlide" Target="/ppt/notesSlides/notesSlide5.xml" Id="R77c103404564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1b2668af1426f" /><Relationship Type="http://schemas.openxmlformats.org/officeDocument/2006/relationships/notesSlide" Target="/ppt/notesSlides/notesSlide6.xml" Id="R970dc5a0a7a448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df49cb08741c7" /><Relationship Type="http://schemas.openxmlformats.org/officeDocument/2006/relationships/notesSlide" Target="/ppt/notesSlides/notesSlide7.xml" Id="R0b53854dc2fe43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ae37a73de435f" /><Relationship Type="http://schemas.openxmlformats.org/officeDocument/2006/relationships/notesSlide" Target="/ppt/notesSlides/notesSlide8.xml" Id="R92785bd1f09244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consistent address plan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CD5AF2C7-99D1-4295-BDC1-276DC81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12 · Lesson 4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F1926828-C5A5-455B-B625-FEE472C5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Allocate usable addresses without duplicates.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A8DB382-0CFF-44BB-8373-2DF327D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address is the network for 192.168.40.12/24?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B096FDF-72B0-4169-9CD7-15DAF05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Why must interface allocations be unique?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Library practice plan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A737E-884E-4BCC-A5AD-F146B3C7CCEF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Address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192.168.40.0/24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Gateway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Desktop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192.168.40.20–31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Broadcast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192.168.40.255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gateway mismatch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DF6F8BE-0FFB-4140-A18C-34947B02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Client: 192.168.40.12/24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FA2FCEF-AEF4-4BCA-97D3-66D56197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Configured gateway: 192.168.41.1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7D14A54-AD34-4CF4-9B07-9043F74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mismatch before correcting the plan.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Allocating mobile clients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7297514-8819-4DBF-B807-4113090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Keep server and gateway addresses reserved.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6183806-1D09-4DEC-B150-F35EC3BA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Add invented wireless-client allocations.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541E0F11-67C2-4A1D-B66B-533DBB7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every address against the table.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06957FF-3361-4B66-B046-E95CA02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Plan addresses for 12 desks, 18 clients and a server.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5D2967A-8D4A-42D1-99DD-C162303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the common mask and gateway.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9B929789-B619-4DC0-9908-2A9B045F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uniqueness and special addresses.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BC29C08-A694-4FCD-93C0-F83243A0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 server already uses 192.168.40.10.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93FF2B6-71D9-43E9-A758-60D8FC48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A desktop can reuse it because names differ.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62BD7676-E4B3-4754-B4F5-A5D48E42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The desktop needs a different host address.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U1-W12-L04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2B4CD561-DAB6-4BFB-8178-37C91A0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a valid server and client allocation.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F40B0C4-7D32-4018-B688-4534D899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role of the gateway and mask.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2026-10-15T12:28:25.6660000Z</dcterms:created>
  <dcterms:modified xsi:type="dcterms:W3CDTF">2026-10-15T12:28:25.6660000Z</dcterms:modified>
</coreProperties>
</file>