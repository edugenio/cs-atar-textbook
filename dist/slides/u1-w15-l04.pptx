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a7c2af5c5441ae" /><Relationship Type="http://schemas.openxmlformats.org/officeDocument/2006/relationships/extended-properties" Target="/docProps/app.xml" Id="R3aa9c8bce9f94b76" /><Relationship Type="http://schemas.openxmlformats.org/officeDocument/2006/relationships/officeDocument" Target="/ppt/presentation.xml" Id="Re6d28699a7c545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8422db64de46dd"/>
  </p:sldMasterIdLst>
  <p:notesMasterIdLst>
    <p:notesMasterId xmlns:r="http://schemas.openxmlformats.org/officeDocument/2006/relationships" r:id="Rf374150661074bc1"/>
  </p:notesMasterIdLst>
  <p:sldIdLst>
    <p:sldId xmlns:r="http://schemas.openxmlformats.org/officeDocument/2006/relationships" id="256" r:id="R88490b5d45df430d"/>
    <p:sldId xmlns:r="http://schemas.openxmlformats.org/officeDocument/2006/relationships" id="257" r:id="Rf85aa5f55e9541d3"/>
    <p:sldId xmlns:r="http://schemas.openxmlformats.org/officeDocument/2006/relationships" id="258" r:id="R72ebebbb34d44065"/>
    <p:sldId xmlns:r="http://schemas.openxmlformats.org/officeDocument/2006/relationships" id="259" r:id="Rea755412ded64f72"/>
    <p:sldId xmlns:r="http://schemas.openxmlformats.org/officeDocument/2006/relationships" id="260" r:id="Rdacc1523550a47a7"/>
    <p:sldId xmlns:r="http://schemas.openxmlformats.org/officeDocument/2006/relationships" id="261" r:id="Rb80ac01e2d124a5e"/>
    <p:sldId xmlns:r="http://schemas.openxmlformats.org/officeDocument/2006/relationships" id="262" r:id="Rdc1ba3ec6a924435"/>
    <p:sldId xmlns:r="http://schemas.openxmlformats.org/officeDocument/2006/relationships" id="263" r:id="R2e92e4c2bfa040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7ac6b495514e7e" /><Relationship Type="http://schemas.openxmlformats.org/officeDocument/2006/relationships/slideMaster" Target="/ppt/slideMasters/slideMaster1.xml" Id="Rf28422db64de46dd" /><Relationship Type="http://schemas.openxmlformats.org/officeDocument/2006/relationships/notesMaster" Target="/ppt/notesMasters/notesMaster1.xml" Id="Rf374150661074bc1" /><Relationship Type="http://schemas.openxmlformats.org/officeDocument/2006/relationships/presProps" Target="/ppt/presProps.xml" Id="R83aa5c06b88749da" /><Relationship Type="http://schemas.openxmlformats.org/officeDocument/2006/relationships/tableStyles" Target="/ppt/tableStyles.xml" Id="R6d6019afc0f64709" /><Relationship Type="http://schemas.openxmlformats.org/officeDocument/2006/relationships/slide" Target="/ppt/slides/slide1.xml" Id="R88490b5d45df430d" /><Relationship Type="http://schemas.openxmlformats.org/officeDocument/2006/relationships/slide" Target="/ppt/slides/slide2.xml" Id="Rf85aa5f55e9541d3" /><Relationship Type="http://schemas.openxmlformats.org/officeDocument/2006/relationships/slide" Target="/ppt/slides/slide3.xml" Id="R72ebebbb34d44065" /><Relationship Type="http://schemas.openxmlformats.org/officeDocument/2006/relationships/slide" Target="/ppt/slides/slide4.xml" Id="Rea755412ded64f72" /><Relationship Type="http://schemas.openxmlformats.org/officeDocument/2006/relationships/slide" Target="/ppt/slides/slide5.xml" Id="Rdacc1523550a47a7" /><Relationship Type="http://schemas.openxmlformats.org/officeDocument/2006/relationships/slide" Target="/ppt/slides/slide6.xml" Id="Rb80ac01e2d124a5e" /><Relationship Type="http://schemas.openxmlformats.org/officeDocument/2006/relationships/slide" Target="/ppt/slides/slide7.xml" Id="Rdc1ba3ec6a924435" /><Relationship Type="http://schemas.openxmlformats.org/officeDocument/2006/relationships/slide" Target="/ppt/slides/slide8.xml" Id="R2e92e4c2bfa040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560f689a2e40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fc4c62d9e346c8" /><Relationship Type="http://schemas.openxmlformats.org/officeDocument/2006/relationships/notesMaster" Target="/ppt/notesMasters/notesMaster1.xml" Id="R2da30213e0f248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dca68f714e4018" /><Relationship Type="http://schemas.openxmlformats.org/officeDocument/2006/relationships/notesMaster" Target="/ppt/notesMasters/notesMaster1.xml" Id="R07cf1a55e47a43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8dc11ac412486f" /><Relationship Type="http://schemas.openxmlformats.org/officeDocument/2006/relationships/notesMaster" Target="/ppt/notesMasters/notesMaster1.xml" Id="R8ca0a766d1a04e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8971cdb91c4315" /><Relationship Type="http://schemas.openxmlformats.org/officeDocument/2006/relationships/notesMaster" Target="/ppt/notesMasters/notesMaster1.xml" Id="R10442be4bbb14a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8914e306b243ac" /><Relationship Type="http://schemas.openxmlformats.org/officeDocument/2006/relationships/notesMaster" Target="/ppt/notesMasters/notesMaster1.xml" Id="Rc1dd9c3f79a64b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19092bd3b84ff8" /><Relationship Type="http://schemas.openxmlformats.org/officeDocument/2006/relationships/notesMaster" Target="/ppt/notesMasters/notesMaster1.xml" Id="Rf3c5ba268e8c4f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13f15db616404e" /><Relationship Type="http://schemas.openxmlformats.org/officeDocument/2006/relationships/notesMaster" Target="/ppt/notesMasters/notesMaster1.xml" Id="R528fd7982c5244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9fe3aad3074df5" /><Relationship Type="http://schemas.openxmlformats.org/officeDocument/2006/relationships/notesMaster" Target="/ppt/notesMasters/notesMaster1.xml" Id="R1afc538dfc5c40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 intention</a:t>
            </a:r>
          </a:p>
          <a:p xmlns:a="http://schemas.openxmlformats.org/drawingml/2006/main">
            <a:r>
              <a:t>Suggested time: 2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the goal and the expected independent outcome. Apply a corrected idea using changed data. This is ungraded textbook learning. Suggested times can be adjusted to the class.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retrieval, then partner comparison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Return to the selected error, correction and changed example. Do not use a copied answer as the only evidence. Allow silent thinking before discussion. Ask a learner to justify an answer before revealing the explanation.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table and teacher explanation</a:t>
            </a:r>
          </a:p>
          <a:p xmlns:a="http://schemas.openxmlformats.org/drawingml/2006/main">
            <a:r>
              <a:t>Suggested time: 6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dates and priorities belong to the learner. Spaced retry supports checking whether understanding lasts.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model and explain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first minimum is -7 at index 2 using a strict less-than update. An empty list needs a separate no-minimum rule. Pause for predictions before discussing the expected result.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Guided paired practice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Networks .40.0 and .41.0 differ under /24, so ordinary off-subnet traffic uses the local gateway/router. Swap explaining and checking roles so both learners articulate the reasoning.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application with optional support</a:t>
            </a:r>
          </a:p>
          <a:p xmlns:a="http://schemas.openxmlformats.org/drawingml/2006/main">
            <a:r>
              <a:t>Suggested time: 12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changed context or values. Students keep their corrections; this is not a new graded task. Offer the relevant worked example if needed, then use a changed case to check independent understanding.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Whole-class response and justification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Diagnose the repeated error before adding more undirected practice. Give thinking time and collect reasons, without recording scores.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reflection and fresh explanation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consolidation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clear plan identifies a skill and an observable outcome rather than a general promise to study more. Use the response to select the next explanation or practice activity. Teaching reference: https://edugenio.github.io/cs-atar-textbook/#consolidation.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d7f5b8238d49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3b09ba310d4f3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f1cf3bedce4f6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2de289fd074d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053dcd734843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aa169a14aa4e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DC7E6F-871F-4428-A6D7-012593835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D378CF-F25D-4FEF-829A-757FD37775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451CC6-B5A9-4740-B47B-FBC2632A7A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40A65A-4C54-4F15-BA40-C46336F57B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E17DCF6-9D98-44F3-AC1E-5CC1C5C01E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A0F398-F40C-47D6-A95D-B81130FA5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F43F79-574C-48AB-AE90-323F0E6EF5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7B6732-FC7C-4512-ACB8-9B20D6E488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63A364-26A4-4B6B-92EF-36409E0F8C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3DDEE7-6E63-4364-B219-0A953CD908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e5cd317ff641cf" /><Relationship Type="http://schemas.openxmlformats.org/officeDocument/2006/relationships/slideLayout" Target="/ppt/slideLayouts/slideLayout1.xml" Id="Rb8101952f7774819" /><Relationship Type="http://schemas.openxmlformats.org/officeDocument/2006/relationships/slideLayout" Target="/ppt/slideLayouts/slideLayout2.xml" Id="R55c2134039564e3a" /><Relationship Type="http://schemas.openxmlformats.org/officeDocument/2006/relationships/slideLayout" Target="/ppt/slideLayouts/slideLayout3.xml" Id="R9524807fe2a248a8" /><Relationship Type="http://schemas.openxmlformats.org/officeDocument/2006/relationships/slideLayout" Target="/ppt/slideLayouts/slideLayout4.xml" Id="R29e8b678a4d44802" /><Relationship Type="http://schemas.openxmlformats.org/officeDocument/2006/relationships/slideLayout" Target="/ppt/slideLayouts/slideLayout5.xml" Id="R0fae6378885a473e" /><Relationship Type="http://schemas.openxmlformats.org/officeDocument/2006/relationships/slideLayout" Target="/ppt/slideLayouts/slideLayout6.xml" Id="R25d8e50c02834c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101952f7774819"/>
    <p:sldLayoutId xmlns:r="http://schemas.openxmlformats.org/officeDocument/2006/relationships" id="2147483650" r:id="R55c2134039564e3a"/>
    <p:sldLayoutId xmlns:r="http://schemas.openxmlformats.org/officeDocument/2006/relationships" id="2147483651" r:id="R9524807fe2a248a8"/>
    <p:sldLayoutId xmlns:r="http://schemas.openxmlformats.org/officeDocument/2006/relationships" id="2147483652" r:id="R29e8b678a4d44802"/>
    <p:sldLayoutId xmlns:r="http://schemas.openxmlformats.org/officeDocument/2006/relationships" id="2147483653" r:id="R0fae6378885a473e"/>
    <p:sldLayoutId xmlns:r="http://schemas.openxmlformats.org/officeDocument/2006/relationships" id="2147483654" r:id="R25d8e50c02834c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e6e1f290754f72" /><Relationship Type="http://schemas.openxmlformats.org/officeDocument/2006/relationships/notesSlide" Target="/ppt/notesSlides/notesSlide1.xml" Id="R9d3b1ce384574c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84e4180b9f49e5" /><Relationship Type="http://schemas.openxmlformats.org/officeDocument/2006/relationships/notesSlide" Target="/ppt/notesSlides/notesSlide2.xml" Id="R36fdf27cf95b4b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85863d5c884b58" /><Relationship Type="http://schemas.openxmlformats.org/officeDocument/2006/relationships/notesSlide" Target="/ppt/notesSlides/notesSlide3.xml" Id="R56c9bbf9404c4f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0b3dbd89674852" /><Relationship Type="http://schemas.openxmlformats.org/officeDocument/2006/relationships/notesSlide" Target="/ppt/notesSlides/notesSlide4.xml" Id="R30489acfaf3345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410944f65f46dd" /><Relationship Type="http://schemas.openxmlformats.org/officeDocument/2006/relationships/notesSlide" Target="/ppt/notesSlides/notesSlide5.xml" Id="R35f82bf4e9504c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4463bc19bb4279" /><Relationship Type="http://schemas.openxmlformats.org/officeDocument/2006/relationships/notesSlide" Target="/ppt/notesSlides/notesSlide6.xml" Id="R6761643193bf4f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858c1ae6e74fd9" /><Relationship Type="http://schemas.openxmlformats.org/officeDocument/2006/relationships/notesSlide" Target="/ppt/notesSlides/notesSlide7.xml" Id="R1ea228048c654e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229b18f3dc455f" /><Relationship Type="http://schemas.openxmlformats.org/officeDocument/2006/relationships/notesSlide" Target="/ppt/notesSlides/notesSlide8.xml" Id="R697784c887de41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sting, correction and retesting">
            <a:extLst xmlns:a="http://schemas.openxmlformats.org/drawingml/2006/main">
              <a:ext uri="{FF2B5EF4-FFF2-40B4-BE49-F238E27FC236}">
                <a16:creationId xmlns:a16="http://schemas.microsoft.com/office/drawing/2014/main" id="{AFCDDBCA-4539-4B5E-8F06-17FFB22BAE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Fresh transfer and a revision plan</a:t>
            </a:r>
          </a:p>
        </p:txBody>
      </p:sp>
      <p:sp>
        <p:nvSpPr>
          <p:cNvPr id="4" name="U1-W10-L02  ·  1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5842E5C-DF93-4156-9D76-9E1D0093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U1-W15-L04  ·  1/8  ·  Content CC BY 4.0 / code MIT</a:t>
            </a:r>
          </a:p>
        </p:txBody>
      </p:sp>
      <p:sp>
        <p:nvSpPr>
          <p:cNvPr id="6" name="Body 1">
            <a:extLst xmlns:a="http://schemas.openxmlformats.org/drawingml/2006/main">
              <a:ext uri="{FF2B5EF4-FFF2-40B4-BE49-F238E27FC236}">
                <a16:creationId xmlns:a16="http://schemas.microsoft.com/office/drawing/2014/main" id="{3BD9AC69-FEFA-48D8-A166-EE135308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Unit 1 · Week 15 · Lesson 4</a:t>
            </a:r>
          </a:p>
        </p:txBody>
      </p:sp>
      <p:sp>
        <p:nvSpPr>
          <p:cNvPr id="7" name="Body 2">
            <a:extLst xmlns:a="http://schemas.openxmlformats.org/drawingml/2006/main">
              <a:ext uri="{FF2B5EF4-FFF2-40B4-BE49-F238E27FC236}">
                <a16:creationId xmlns:a16="http://schemas.microsoft.com/office/drawing/2014/main" id="{E5820D42-3337-410A-AA66-B8ED0FD7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Apply a corrected idea using changed data.</a:t>
            </a:r>
          </a:p>
        </p:txBody>
      </p:sp>
    </p:spTree>
    <p:extLst>
      <p:ext uri="{BB962C8B-B14F-4D97-AF65-F5344CB8AC3E}">
        <p14:creationId xmlns:p14="http://schemas.microsoft.com/office/powerpoint/2010/main" val="1626567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trieval: useful test evidence">
            <a:extLst xmlns:a="http://schemas.openxmlformats.org/drawingml/2006/main">
              <a:ext uri="{FF2B5EF4-FFF2-40B4-BE49-F238E27FC236}">
                <a16:creationId xmlns:a16="http://schemas.microsoft.com/office/drawing/2014/main" id="{53820A5D-62A5-4E0F-AF10-C2BC187D61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Retrieval and explanation</a:t>
            </a:r>
          </a:p>
        </p:txBody>
      </p:sp>
      <p:sp>
        <p:nvSpPr>
          <p:cNvPr id="6" name="U1-W10-L02  ·  2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E8ED621-960B-4675-9E73-7BB4FE43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U1-W15-L04  ·  2/8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F3155E4F-EC39-4C00-B970-B0FAC6C1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What was your priority at the start of this week?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9870E03C-781A-4B29-822B-FEEE963A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Which independent result now supports improvement?</a:t>
            </a:r>
          </a:p>
        </p:txBody>
      </p:sp>
    </p:spTree>
    <p:extLst>
      <p:ext uri="{BB962C8B-B14F-4D97-AF65-F5344CB8AC3E}">
        <p14:creationId xmlns:p14="http://schemas.microsoft.com/office/powerpoint/2010/main" val="1117783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 test set follows requirements">
            <a:extLst xmlns:a="http://schemas.openxmlformats.org/drawingml/2006/main">
              <a:ext uri="{FF2B5EF4-FFF2-40B4-BE49-F238E27FC236}">
                <a16:creationId xmlns:a16="http://schemas.microsoft.com/office/drawing/2014/main" id="{8BC05678-5160-4BEA-8C08-37911F7DD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small revision plan</a:t>
            </a:r>
          </a:p>
        </p:txBody>
      </p:sp>
      <p:sp>
        <p:nvSpPr>
          <p:cNvPr id="3" name="U1-W10-L02  ·  3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79660D14-6EE3-4897-A61D-0F9E1196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U1-W15-L04  ·  3/8  ·  Content CC BY 4.0 / code MIT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5E479-C62C-4E0E-A5DC-FF33B1F2D7EF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Priority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First minimum with negative values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Trace, then implement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Changed values and repeated minimum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Later retry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Revisit without the answer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667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oundary and recovery cases">
            <a:extLst xmlns:a="http://schemas.openxmlformats.org/drawingml/2006/main">
              <a:ext uri="{FF2B5EF4-FFF2-40B4-BE49-F238E27FC236}">
                <a16:creationId xmlns:a16="http://schemas.microsoft.com/office/drawing/2014/main" id="{26E810D0-69D3-4EF4-8AAC-A54226705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changed minimum example</a:t>
            </a:r>
          </a:p>
        </p:txBody>
      </p:sp>
      <p:sp>
        <p:nvSpPr>
          <p:cNvPr id="6" name="U1-W10-L02  ·  4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A3AFAA6-EB75-4769-B829-A51834F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U1-W15-L04  ·  4/8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6A4273FD-ED88-49C1-91E8-77A6A70C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Use [-4, 2, -7, -7].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DF642650-ADE4-4873-A40B-C934C75A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Predict the first minimum’s value and index.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DEE9DF2C-DDBC-49F6-AE0B-663D2FB7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the comparison rule.</a:t>
            </a:r>
          </a:p>
        </p:txBody>
      </p:sp>
    </p:spTree>
    <p:extLst>
      <p:ext uri="{BB962C8B-B14F-4D97-AF65-F5344CB8AC3E}">
        <p14:creationId xmlns:p14="http://schemas.microsoft.com/office/powerpoint/2010/main" val="720074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producing a failure">
            <a:extLst xmlns:a="http://schemas.openxmlformats.org/drawingml/2006/main">
              <a:ext uri="{FF2B5EF4-FFF2-40B4-BE49-F238E27FC236}">
                <a16:creationId xmlns:a16="http://schemas.microsoft.com/office/drawing/2014/main" id="{2E2586B4-20DF-48D9-ACD3-870FB90165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changed network case</a:t>
            </a:r>
          </a:p>
        </p:txBody>
      </p:sp>
      <p:sp>
        <p:nvSpPr>
          <p:cNvPr id="6" name="U1-W10-L02  ·  5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4267E3FD-828A-4EEE-AEF0-852A542B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U1-W15-L04  ·  5/8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DC10EB19-80BF-410C-A7AA-1555E560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Sender: 192.168.40.30/24.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5A90DCA9-9381-4FB5-BFA8-429264FA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Destination: 192.168.41.10.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9ED94771-C70A-42F0-B7DE-F826657D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the network comparison and next device role.</a:t>
            </a:r>
          </a:p>
        </p:txBody>
      </p:sp>
    </p:spTree>
    <p:extLst>
      <p:ext uri="{BB962C8B-B14F-4D97-AF65-F5344CB8AC3E}">
        <p14:creationId xmlns:p14="http://schemas.microsoft.com/office/powerpoint/2010/main" val="1061913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vidence workshop">
            <a:extLst xmlns:a="http://schemas.openxmlformats.org/drawingml/2006/main">
              <a:ext uri="{FF2B5EF4-FFF2-40B4-BE49-F238E27FC236}">
                <a16:creationId xmlns:a16="http://schemas.microsoft.com/office/drawing/2014/main" id="{C4FF5806-B6C8-4DAE-91FA-7DB6D7E3B1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U1-W10-L02  ·  6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0A211C1E-0D12-41DA-8C29-6F909310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U1-W15-L04  ·  6/8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7FE4F046-7B01-4FFD-BD78-26A48130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Try one fresh programming and one network problem.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FB771CE5-752B-4109-8FFA-70598C17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Check with the explained answers afterwards.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7CFE1BC1-207E-439D-8BF7-A88F2F0C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Plan a later independent retry for one weak point.</a:t>
            </a:r>
          </a:p>
        </p:txBody>
      </p:sp>
    </p:spTree>
    <p:extLst>
      <p:ext uri="{BB962C8B-B14F-4D97-AF65-F5344CB8AC3E}">
        <p14:creationId xmlns:p14="http://schemas.microsoft.com/office/powerpoint/2010/main" val="1551686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n honest result record">
            <a:extLst xmlns:a="http://schemas.openxmlformats.org/drawingml/2006/main">
              <a:ext uri="{FF2B5EF4-FFF2-40B4-BE49-F238E27FC236}">
                <a16:creationId xmlns:a16="http://schemas.microsoft.com/office/drawing/2014/main" id="{D37BFFF5-7BE6-4FB7-8525-23C0D67DB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choice to explain</a:t>
            </a:r>
          </a:p>
        </p:txBody>
      </p:sp>
      <p:sp>
        <p:nvSpPr>
          <p:cNvPr id="6" name="U1-W10-L02  ·  7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AD598897-BFB7-4F29-A39E-FBF333C3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U1-W15-L04  ·  7/8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7D90DF97-0E52-4929-A9C5-E21C6A96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 changed example still produces the same mistake.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12C84368-3D4F-4E2D-AFCB-BA966209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A: Copy the answer and stop.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2AA5BDFC-D95E-4FF8-B4B2-612E9517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B: Revisit the decision rule and try another example.</a:t>
            </a:r>
          </a:p>
        </p:txBody>
      </p:sp>
    </p:spTree>
    <p:extLst>
      <p:ext uri="{BB962C8B-B14F-4D97-AF65-F5344CB8AC3E}">
        <p14:creationId xmlns:p14="http://schemas.microsoft.com/office/powerpoint/2010/main" val="13741796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heckpoint: readiness for a user trial">
            <a:extLst xmlns:a="http://schemas.openxmlformats.org/drawingml/2006/main">
              <a:ext uri="{FF2B5EF4-FFF2-40B4-BE49-F238E27FC236}">
                <a16:creationId xmlns:a16="http://schemas.microsoft.com/office/drawing/2014/main" id="{B6490841-4075-44B5-A0D0-2A324A0D6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Exit explanation</a:t>
            </a:r>
          </a:p>
        </p:txBody>
      </p:sp>
      <p:sp>
        <p:nvSpPr>
          <p:cNvPr id="6" name="U1-W10-L02  ·  8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2BD68BE-72D5-44CF-8AB0-786E0E3C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U1-W15-L04  ·  8/8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FCACDB3A-24B3-48B6-9FA1-CC7F515A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Write a priority, practice method and later retry.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887B77CF-A467-4672-87AD-76B116C0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Name the result that would show a correction.</a:t>
            </a:r>
          </a:p>
        </p:txBody>
      </p:sp>
    </p:spTree>
    <p:extLst>
      <p:ext uri="{BB962C8B-B14F-4D97-AF65-F5344CB8AC3E}">
        <p14:creationId xmlns:p14="http://schemas.microsoft.com/office/powerpoint/2010/main" val="944066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2026-10-15T12:29:18.1640000Z</dcterms:created>
  <dcterms:modified xsi:type="dcterms:W3CDTF">2026-10-15T12:29:18.1640000Z</dcterms:modified>
</coreProperties>
</file>