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335782617f4277" /><Relationship Type="http://schemas.openxmlformats.org/officeDocument/2006/relationships/extended-properties" Target="/docProps/app.xml" Id="R5ceb40bfe557468f" /><Relationship Type="http://schemas.openxmlformats.org/officeDocument/2006/relationships/officeDocument" Target="/ppt/presentation.xml" Id="Rc3f400fb54654f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cb67e893044e4f"/>
  </p:sldMasterIdLst>
  <p:notesMasterIdLst>
    <p:notesMasterId xmlns:r="http://schemas.openxmlformats.org/officeDocument/2006/relationships" r:id="R91b1a2a8bd30420f"/>
  </p:notesMasterIdLst>
  <p:sldIdLst>
    <p:sldId xmlns:r="http://schemas.openxmlformats.org/officeDocument/2006/relationships" id="256" r:id="R09590883f6b14de7"/>
    <p:sldId xmlns:r="http://schemas.openxmlformats.org/officeDocument/2006/relationships" id="257" r:id="R502f337df825481a"/>
    <p:sldId xmlns:r="http://schemas.openxmlformats.org/officeDocument/2006/relationships" id="258" r:id="R78f81de2c28c44fd"/>
    <p:sldId xmlns:r="http://schemas.openxmlformats.org/officeDocument/2006/relationships" id="259" r:id="R92fb2471f8ec4bdd"/>
    <p:sldId xmlns:r="http://schemas.openxmlformats.org/officeDocument/2006/relationships" id="260" r:id="R345753315b5e4017"/>
    <p:sldId xmlns:r="http://schemas.openxmlformats.org/officeDocument/2006/relationships" id="261" r:id="R806c2e285148463b"/>
    <p:sldId xmlns:r="http://schemas.openxmlformats.org/officeDocument/2006/relationships" id="262" r:id="Ra23baf83fd0c4453"/>
    <p:sldId xmlns:r="http://schemas.openxmlformats.org/officeDocument/2006/relationships" id="263" r:id="R2379ccb700404d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7d8f85d50d4e06" /><Relationship Type="http://schemas.openxmlformats.org/officeDocument/2006/relationships/slideMaster" Target="/ppt/slideMasters/slideMaster1.xml" Id="R44cb67e893044e4f" /><Relationship Type="http://schemas.openxmlformats.org/officeDocument/2006/relationships/notesMaster" Target="/ppt/notesMasters/notesMaster1.xml" Id="R91b1a2a8bd30420f" /><Relationship Type="http://schemas.openxmlformats.org/officeDocument/2006/relationships/presProps" Target="/ppt/presProps.xml" Id="Re5f84861377e4fb6" /><Relationship Type="http://schemas.openxmlformats.org/officeDocument/2006/relationships/tableStyles" Target="/ppt/tableStyles.xml" Id="Rde3475e149584f04" /><Relationship Type="http://schemas.openxmlformats.org/officeDocument/2006/relationships/slide" Target="/ppt/slides/slide1.xml" Id="R09590883f6b14de7" /><Relationship Type="http://schemas.openxmlformats.org/officeDocument/2006/relationships/slide" Target="/ppt/slides/slide2.xml" Id="R502f337df825481a" /><Relationship Type="http://schemas.openxmlformats.org/officeDocument/2006/relationships/slide" Target="/ppt/slides/slide3.xml" Id="R78f81de2c28c44fd" /><Relationship Type="http://schemas.openxmlformats.org/officeDocument/2006/relationships/slide" Target="/ppt/slides/slide4.xml" Id="R92fb2471f8ec4bdd" /><Relationship Type="http://schemas.openxmlformats.org/officeDocument/2006/relationships/slide" Target="/ppt/slides/slide5.xml" Id="R345753315b5e4017" /><Relationship Type="http://schemas.openxmlformats.org/officeDocument/2006/relationships/slide" Target="/ppt/slides/slide6.xml" Id="R806c2e285148463b" /><Relationship Type="http://schemas.openxmlformats.org/officeDocument/2006/relationships/slide" Target="/ppt/slides/slide7.xml" Id="Ra23baf83fd0c4453" /><Relationship Type="http://schemas.openxmlformats.org/officeDocument/2006/relationships/slide" Target="/ppt/slides/slide8.xml" Id="R2379ccb700404d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c2ccb0220a47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8d3194a964474b" /><Relationship Type="http://schemas.openxmlformats.org/officeDocument/2006/relationships/notesMaster" Target="/ppt/notesMasters/notesMaster1.xml" Id="R8848e7d0e4c545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67d11456f41a8" /><Relationship Type="http://schemas.openxmlformats.org/officeDocument/2006/relationships/notesMaster" Target="/ppt/notesMasters/notesMaster1.xml" Id="R17dfb701ead24d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b113033bf34a13" /><Relationship Type="http://schemas.openxmlformats.org/officeDocument/2006/relationships/notesMaster" Target="/ppt/notesMasters/notesMaster1.xml" Id="Ra12e3f80aa8f40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5f170900794b7a" /><Relationship Type="http://schemas.openxmlformats.org/officeDocument/2006/relationships/notesMaster" Target="/ppt/notesMasters/notesMaster1.xml" Id="Re178a365ba3f45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bd9d00e57747e2" /><Relationship Type="http://schemas.openxmlformats.org/officeDocument/2006/relationships/notesMaster" Target="/ppt/notesMasters/notesMaster1.xml" Id="R42a14438739a4d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06abd303b24f75" /><Relationship Type="http://schemas.openxmlformats.org/officeDocument/2006/relationships/notesMaster" Target="/ppt/notesMasters/notesMaster1.xml" Id="R9ae7637900b747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d7ce91a86e4890" /><Relationship Type="http://schemas.openxmlformats.org/officeDocument/2006/relationships/notesMaster" Target="/ppt/notesMasters/notesMaster1.xml" Id="R793946b73f5448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2e9664ba8a4ce3" /><Relationship Type="http://schemas.openxmlformats.org/officeDocument/2006/relationships/notesMaster" Target="/ppt/notesMasters/notesMaster1.xml" Id="Rb646327dd7a542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Distinguish network scale from connection method. This is ungraded textbook learning. Suggested times can be adjusted to the class.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access point provides wireless access. Routing connects IP networks. Wireless describes a connection method, not necessarily geographic scale. Allow silent thinking before discussion. Ask a learner to justify an answer before revealing the explanation.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WLAN can be part of a site LAN. Do not make these three exclusive categories for every installation.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Identify local wired and wireless components, then the wider connection. The presence of Wi-Fi does not make the site a WAN. Pause for predictions before discussing the expected result.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physical view focuses on locations and links. A logical view focuses on communication organisation and addressing. They answer related but different questions. Swap explaining and checking roles so both learners articulate the reasoning.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chapter’s scenario rather than real infrastructure details. Require an example and a reason for each term. Offer the relevant worked example if needed, then use a changed case to check independent understanding.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Geographic reach and the transmission method are different characteristics. Give thinking time and collect reasons, without recording scores.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local site with wireless access plus wider-area connectivity. Avoid treating every Internet-connected client itself as a WAN. Use the response to select the next explanation or practice activity. Teaching reference: https://edugenio.github.io/cs-atar-textbook/#network-design.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296b0da6d45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2188bd86941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98df6d4b649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d9a4ba4a142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082deabc647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f36b9595745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83240856240b2" /><Relationship Type="http://schemas.openxmlformats.org/officeDocument/2006/relationships/slideLayout" Target="/ppt/slideLayouts/slideLayout1.xml" Id="R5739cfaf1ae84037" /><Relationship Type="http://schemas.openxmlformats.org/officeDocument/2006/relationships/slideLayout" Target="/ppt/slideLayouts/slideLayout2.xml" Id="Rc39982cef82e423d" /><Relationship Type="http://schemas.openxmlformats.org/officeDocument/2006/relationships/slideLayout" Target="/ppt/slideLayouts/slideLayout3.xml" Id="R28e1edf907d14fe3" /><Relationship Type="http://schemas.openxmlformats.org/officeDocument/2006/relationships/slideLayout" Target="/ppt/slideLayouts/slideLayout4.xml" Id="Rc5d14a97c73e4a97" /><Relationship Type="http://schemas.openxmlformats.org/officeDocument/2006/relationships/slideLayout" Target="/ppt/slideLayouts/slideLayout5.xml" Id="R66d3dcdf0cf1496b" /><Relationship Type="http://schemas.openxmlformats.org/officeDocument/2006/relationships/slideLayout" Target="/ppt/slideLayouts/slideLayout6.xml" Id="R1ae1a8ceb43c4e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39cfaf1ae84037"/>
    <p:sldLayoutId xmlns:r="http://schemas.openxmlformats.org/officeDocument/2006/relationships" id="2147483650" r:id="Rc39982cef82e423d"/>
    <p:sldLayoutId xmlns:r="http://schemas.openxmlformats.org/officeDocument/2006/relationships" id="2147483651" r:id="R28e1edf907d14fe3"/>
    <p:sldLayoutId xmlns:r="http://schemas.openxmlformats.org/officeDocument/2006/relationships" id="2147483652" r:id="Rc5d14a97c73e4a97"/>
    <p:sldLayoutId xmlns:r="http://schemas.openxmlformats.org/officeDocument/2006/relationships" id="2147483653" r:id="R66d3dcdf0cf1496b"/>
    <p:sldLayoutId xmlns:r="http://schemas.openxmlformats.org/officeDocument/2006/relationships" id="2147483654" r:id="R1ae1a8ceb43c4e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a8d1cd9a048e0" /><Relationship Type="http://schemas.openxmlformats.org/officeDocument/2006/relationships/notesSlide" Target="/ppt/notesSlides/notesSlide1.xml" Id="R609877768a5942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ec48bada441d3" /><Relationship Type="http://schemas.openxmlformats.org/officeDocument/2006/relationships/notesSlide" Target="/ppt/notesSlides/notesSlide2.xml" Id="R7027677d0f8247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29666be264c5a" /><Relationship Type="http://schemas.openxmlformats.org/officeDocument/2006/relationships/notesSlide" Target="/ppt/notesSlides/notesSlide3.xml" Id="Rd2babddfbc5c44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801a34eca4e84" /><Relationship Type="http://schemas.openxmlformats.org/officeDocument/2006/relationships/notesSlide" Target="/ppt/notesSlides/notesSlide4.xml" Id="R729a3107d8b74c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a614fc87c4055" /><Relationship Type="http://schemas.openxmlformats.org/officeDocument/2006/relationships/notesSlide" Target="/ppt/notesSlides/notesSlide5.xml" Id="Rd85c96bdf21945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802ad9ba14a9e" /><Relationship Type="http://schemas.openxmlformats.org/officeDocument/2006/relationships/notesSlide" Target="/ppt/notesSlides/notesSlide6.xml" Id="R4821fd8f875548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77748448c4299" /><Relationship Type="http://schemas.openxmlformats.org/officeDocument/2006/relationships/notesSlide" Target="/ppt/notesSlides/notesSlide7.xml" Id="R87e9287078e041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6585dcff24803" /><Relationship Type="http://schemas.openxmlformats.org/officeDocument/2006/relationships/notesSlide" Target="/ppt/notesSlides/notesSlide8.xml" Id="Ra18fca3823524d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LAN, WLAN and WAN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U1-W13-L01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F50DFE46-561E-48E9-A776-AA70A7F5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13 · Lesson 1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6728FDDB-065C-401C-B5DD-7E6587F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Distinguish network scale from connection method.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U1-W13-L01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139AA2BC-9BAD-43C6-8A47-DFA43C59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How does a wireless client join a LAN?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CC600A9F-1C0B-47DE-9275-6BCA542F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job does a router perform?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Network descriptions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U1-W13-L01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DBC4E-9CA5-49E5-8FE4-468AA61C0B2B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Local area network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 library site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WLAN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Wireless local area network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Library Wi-Fi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WAN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Larger-area network links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Connections between distant sites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One site, several connections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U1-W13-L01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6511A870-C48D-4FFF-BD82-C1BC0B2A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Fixed desktops use wired local links.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D9B78055-90D6-40E1-9025-8EA7A54A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Visiting devices use a wireless access point.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84AEF324-776E-4002-8D44-45EECC71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The site also has a provider connection.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Physical and logical views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U1-W13-L01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2742F1E0-C85A-4BA0-997F-FC4698B9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Describe where devices sit.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08126495-DC79-426C-A11D-7D708B18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Then describe how they communicate.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F8028872-73E6-46F5-A16F-9AEE6C21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what each drawing helps you understand.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U1-W13-L01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6C42710C-1735-4CEB-AFC9-5158EED4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Describe a school site using LAN and WLAN.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32BB5A3D-8D94-4EB6-992F-3AB02973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Add a justified larger-area connection.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854E71E2-150B-4D88-AE6E-F18E0A0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scale and media separately.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U1-W13-L01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129AE7F5-B7DB-4F29-9CFD-D4A14D69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room uses wireless laptops.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249C386A-2F8D-4A67-8059-D2D9ECD7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Wireless alone makes it a WAN.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2640F71E-6B21-4C9E-85E4-306A5378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It can be a WLAN within the local site network.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U1-W13-L01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1867CE2D-BFBF-4656-87F7-5B27AC17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Give a setting that contains both LAN and WLAN.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2135F7CF-CD33-4F4C-8AD5-54C432D4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when WAN is a useful description.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2026-10-15T12:28:30.4800000Z</dcterms:created>
  <dcterms:modified xsi:type="dcterms:W3CDTF">2026-10-15T12:28:30.4800000Z</dcterms:modified>
</coreProperties>
</file>