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3b8e0f98ab4751" /><Relationship Type="http://schemas.openxmlformats.org/officeDocument/2006/relationships/extended-properties" Target="/docProps/app.xml" Id="R9f706e2b29c24600" /><Relationship Type="http://schemas.openxmlformats.org/officeDocument/2006/relationships/officeDocument" Target="/ppt/presentation.xml" Id="Rd10d2e8c2cb1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ae44496a34415b"/>
  </p:sldMasterIdLst>
  <p:notesMasterIdLst>
    <p:notesMasterId xmlns:r="http://schemas.openxmlformats.org/officeDocument/2006/relationships" r:id="Raf807d6e2249444c"/>
  </p:notesMasterIdLst>
  <p:sldIdLst>
    <p:sldId xmlns:r="http://schemas.openxmlformats.org/officeDocument/2006/relationships" id="256" r:id="R389eec674a744387"/>
    <p:sldId xmlns:r="http://schemas.openxmlformats.org/officeDocument/2006/relationships" id="257" r:id="R003887a5ac984c29"/>
    <p:sldId xmlns:r="http://schemas.openxmlformats.org/officeDocument/2006/relationships" id="258" r:id="Ra4443520270940bf"/>
    <p:sldId xmlns:r="http://schemas.openxmlformats.org/officeDocument/2006/relationships" id="259" r:id="Rbcf33de152174ba7"/>
    <p:sldId xmlns:r="http://schemas.openxmlformats.org/officeDocument/2006/relationships" id="260" r:id="Ra7a9aa7b9e5f4a6a"/>
    <p:sldId xmlns:r="http://schemas.openxmlformats.org/officeDocument/2006/relationships" id="261" r:id="Rbd592b7fba1a4294"/>
    <p:sldId xmlns:r="http://schemas.openxmlformats.org/officeDocument/2006/relationships" id="262" r:id="R7cb4c32f9484465f"/>
    <p:sldId xmlns:r="http://schemas.openxmlformats.org/officeDocument/2006/relationships" id="263" r:id="R3bfa76a9182241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8229292a264b86" /><Relationship Type="http://schemas.openxmlformats.org/officeDocument/2006/relationships/slideMaster" Target="/ppt/slideMasters/slideMaster1.xml" Id="R91ae44496a34415b" /><Relationship Type="http://schemas.openxmlformats.org/officeDocument/2006/relationships/notesMaster" Target="/ppt/notesMasters/notesMaster1.xml" Id="Raf807d6e2249444c" /><Relationship Type="http://schemas.openxmlformats.org/officeDocument/2006/relationships/presProps" Target="/ppt/presProps.xml" Id="R5557b3f3ca43456f" /><Relationship Type="http://schemas.openxmlformats.org/officeDocument/2006/relationships/tableStyles" Target="/ppt/tableStyles.xml" Id="Rb8566cec5a0a4f71" /><Relationship Type="http://schemas.openxmlformats.org/officeDocument/2006/relationships/slide" Target="/ppt/slides/slide1.xml" Id="R389eec674a744387" /><Relationship Type="http://schemas.openxmlformats.org/officeDocument/2006/relationships/slide" Target="/ppt/slides/slide2.xml" Id="R003887a5ac984c29" /><Relationship Type="http://schemas.openxmlformats.org/officeDocument/2006/relationships/slide" Target="/ppt/slides/slide3.xml" Id="Ra4443520270940bf" /><Relationship Type="http://schemas.openxmlformats.org/officeDocument/2006/relationships/slide" Target="/ppt/slides/slide4.xml" Id="Rbcf33de152174ba7" /><Relationship Type="http://schemas.openxmlformats.org/officeDocument/2006/relationships/slide" Target="/ppt/slides/slide5.xml" Id="Ra7a9aa7b9e5f4a6a" /><Relationship Type="http://schemas.openxmlformats.org/officeDocument/2006/relationships/slide" Target="/ppt/slides/slide6.xml" Id="Rbd592b7fba1a4294" /><Relationship Type="http://schemas.openxmlformats.org/officeDocument/2006/relationships/slide" Target="/ppt/slides/slide7.xml" Id="R7cb4c32f9484465f" /><Relationship Type="http://schemas.openxmlformats.org/officeDocument/2006/relationships/slide" Target="/ppt/slides/slide8.xml" Id="R3bfa76a9182241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5d6cc1d11c45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c11301b81541ab" /><Relationship Type="http://schemas.openxmlformats.org/officeDocument/2006/relationships/notesMaster" Target="/ppt/notesMasters/notesMaster1.xml" Id="Rbffd7604e66c4e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5d207d8f0a4b81" /><Relationship Type="http://schemas.openxmlformats.org/officeDocument/2006/relationships/notesMaster" Target="/ppt/notesMasters/notesMaster1.xml" Id="Rfb1aed07692742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c4d037c6c0449e" /><Relationship Type="http://schemas.openxmlformats.org/officeDocument/2006/relationships/notesMaster" Target="/ppt/notesMasters/notesMaster1.xml" Id="R6dd73c968b9549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605144f7a34051" /><Relationship Type="http://schemas.openxmlformats.org/officeDocument/2006/relationships/notesMaster" Target="/ppt/notesMasters/notesMaster1.xml" Id="R60fb05b7dd2f48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efe63d824a4092" /><Relationship Type="http://schemas.openxmlformats.org/officeDocument/2006/relationships/notesMaster" Target="/ppt/notesMasters/notesMaster1.xml" Id="Rf4956826e6124a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500461911b4371" /><Relationship Type="http://schemas.openxmlformats.org/officeDocument/2006/relationships/notesMaster" Target="/ppt/notesMasters/notesMaster1.xml" Id="Rf0e5e5dc530049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c88c97835d4740" /><Relationship Type="http://schemas.openxmlformats.org/officeDocument/2006/relationships/notesMaster" Target="/ppt/notesMasters/notesMaster1.xml" Id="Rbf4ea19ccc6143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6317f5df6e4297" /><Relationship Type="http://schemas.openxmlformats.org/officeDocument/2006/relationships/notesMaster" Target="/ppt/notesMasters/notesMaster1.xml" Id="R91f486daf45a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Combine addressing, media and access decisions. This is ungraded textbook learning. Suggested times can be adjusted to the class.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the ordinary practice /24, .0 is network and .255 broadcast. Host interface allocations must be distinct, including the gateway and server. Allow silent thinking before discussion. Ask a learner to justify an answer before revealing the explanation.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chapter’s unchanged fictional brief. Do not invent a precise building distance or price. State assumptions where the scenario lacks facts.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allocation such as .40.20–31 gives twelve desktop addresses without reusing .1 or .10. Other coherent plans are acceptable. Pause for predictions before discussing the expected result.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Require specific feedback about a link, address, access rule or evidence gap. Teacher checks the course diagram symbols. Swap explaining and checking roles so both learners articulate the reasoning.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 for complete coverage of the brief. Allow alternate justified designs. This is ungraded practice with public explained answers. Offer the relevant worked example if needed, then use a changed case to check independent understanding.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Performance and access protection are separate requirements. Give thinking time and collect reasons, without recording scores.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concrete evidence against the brief rather than a general statement that the design works. Use the response to select the next explanation or practice activity.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dd7ccb87742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5c48863c344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5f48368764d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0130e34c04b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6523e171347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4899e3d064d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1a4bffa62d46b3" /><Relationship Type="http://schemas.openxmlformats.org/officeDocument/2006/relationships/slideLayout" Target="/ppt/slideLayouts/slideLayout1.xml" Id="Ra87c745695a2431f" /><Relationship Type="http://schemas.openxmlformats.org/officeDocument/2006/relationships/slideLayout" Target="/ppt/slideLayouts/slideLayout2.xml" Id="R37c2a2ecc8c944be" /><Relationship Type="http://schemas.openxmlformats.org/officeDocument/2006/relationships/slideLayout" Target="/ppt/slideLayouts/slideLayout3.xml" Id="Rb924317ba2864a05" /><Relationship Type="http://schemas.openxmlformats.org/officeDocument/2006/relationships/slideLayout" Target="/ppt/slideLayouts/slideLayout4.xml" Id="R3461fc28188c4c0f" /><Relationship Type="http://schemas.openxmlformats.org/officeDocument/2006/relationships/slideLayout" Target="/ppt/slideLayouts/slideLayout5.xml" Id="Re688ae20d8e8441e" /><Relationship Type="http://schemas.openxmlformats.org/officeDocument/2006/relationships/slideLayout" Target="/ppt/slideLayouts/slideLayout6.xml" Id="Refaac23d67f142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7c745695a2431f"/>
    <p:sldLayoutId xmlns:r="http://schemas.openxmlformats.org/officeDocument/2006/relationships" id="2147483650" r:id="R37c2a2ecc8c944be"/>
    <p:sldLayoutId xmlns:r="http://schemas.openxmlformats.org/officeDocument/2006/relationships" id="2147483651" r:id="Rb924317ba2864a05"/>
    <p:sldLayoutId xmlns:r="http://schemas.openxmlformats.org/officeDocument/2006/relationships" id="2147483652" r:id="R3461fc28188c4c0f"/>
    <p:sldLayoutId xmlns:r="http://schemas.openxmlformats.org/officeDocument/2006/relationships" id="2147483653" r:id="Re688ae20d8e8441e"/>
    <p:sldLayoutId xmlns:r="http://schemas.openxmlformats.org/officeDocument/2006/relationships" id="2147483654" r:id="Refaac23d67f142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20b04abbc4964" /><Relationship Type="http://schemas.openxmlformats.org/officeDocument/2006/relationships/notesSlide" Target="/ppt/notesSlides/notesSlide1.xml" Id="Rca96cda0d44a41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3e2c3667e4c87" /><Relationship Type="http://schemas.openxmlformats.org/officeDocument/2006/relationships/notesSlide" Target="/ppt/notesSlides/notesSlide2.xml" Id="Rf27bcf98f5f34d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9038464eab4813" /><Relationship Type="http://schemas.openxmlformats.org/officeDocument/2006/relationships/notesSlide" Target="/ppt/notesSlides/notesSlide3.xml" Id="R62c0543b06cf4b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f8b438249e410b" /><Relationship Type="http://schemas.openxmlformats.org/officeDocument/2006/relationships/notesSlide" Target="/ppt/notesSlides/notesSlide4.xml" Id="Ra2164e75e2b840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b20945fc84db2" /><Relationship Type="http://schemas.openxmlformats.org/officeDocument/2006/relationships/notesSlide" Target="/ppt/notesSlides/notesSlide5.xml" Id="Rfa25538bcc4a41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8c1bc12e84437" /><Relationship Type="http://schemas.openxmlformats.org/officeDocument/2006/relationships/notesSlide" Target="/ppt/notesSlides/notesSlide6.xml" Id="R493f58bf25c247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5784819e7484c" /><Relationship Type="http://schemas.openxmlformats.org/officeDocument/2006/relationships/notesSlide" Target="/ppt/notesSlides/notesSlide7.xml" Id="Rdd46d4a2f8e149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9f57123e9d4e6c" /><Relationship Type="http://schemas.openxmlformats.org/officeDocument/2006/relationships/notesSlide" Target="/ppt/notesSlides/notesSlide8.xml" Id="R69e7ec07f27541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The library design workshop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U1-W14-L02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FD3A55CF-4C82-4095-BF23-53997A03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14 · Lesson 2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D7A25474-B0F2-49BF-B6BE-830F2247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Combine addressing, media and access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U1-W14-L02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E04BFEDD-BFDC-4493-BB69-CE645DBB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Which /24 addresses have special roles?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1E9A96B1-8DCE-47D8-9D6F-F0AE7818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must remain unique in an address plan?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Library requirements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U1-W14-L02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BC8D4-DD2C-4E91-958D-C14760A2F024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to produce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12 desks and 18 mobile clients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Device and address plan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Local server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Traffic traces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Neighbouring building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Justified media choice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Protect staff files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Role and permission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Busy-time slowdown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Hypothesis and measurement plan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server allocation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U1-W14-L02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B00ADFB9-12B5-400F-8578-B36686D8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Reserve 192.168.40.1 for the gateway.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34F01AB7-7908-4EA9-B144-757F6984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Reserve 192.168.40.10 for the server.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95A8C78D-FB3C-40EB-9053-9EAC48F9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Check proposed desktop addresses against both.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design critique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U1-W14-L02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D794649B-8F6E-4C5F-A59F-D80F141C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Check a partner’s wireless connection and gateway.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AC1BC651-07D2-4046-900A-B18642EB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Trace a local and remote request.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B66DA90D-17DA-4A4A-AC69-308FE4EA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Challenge one untested 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U1-W14-L02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84BDA5A7-23CD-4704-B6CF-869B05B8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Complete the library design and address table.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1FF76506-7EE6-417F-AB0B-4A89F7A6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two controls and a media choice.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458FF86B-C76A-4634-ACE2-AC7723DD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Plan one test of a slowdown hypothesis.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U1-W14-L02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FA53BCFE-5EEF-481F-BD02-56711A3A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proposal gives fast equipment but no staff-file controls.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8D26BFC4-1DEC-469B-800A-E0E28EED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Speed alone meets every requirement.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7259E69A-7431-4C75-A24D-E4B7B765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The access requirement still needs evidence.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U1-W14-L02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A2FBECB0-FA27-4330-955A-5CCB00A9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Name one requirement your design supports.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561C70BE-9378-435A-B47D-5F0FFA71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Show the drawing, address or test that supports it.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2026-10-15T12:33:56.4620000Z</dcterms:created>
  <dcterms:modified xsi:type="dcterms:W3CDTF">2026-10-15T12:33:56.4620000Z</dcterms:modified>
</coreProperties>
</file>