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1a37d235dc4a77" /><Relationship Type="http://schemas.openxmlformats.org/officeDocument/2006/relationships/extended-properties" Target="/docProps/app.xml" Id="R11cacf373ca54fb2" /><Relationship Type="http://schemas.openxmlformats.org/officeDocument/2006/relationships/officeDocument" Target="/ppt/presentation.xml" Id="R74fa188e41be4daa" /></Relationships>
</file>

<file path=ppt/presentation.xml><?xml version="1.0" encoding="utf-8"?>
<p:presentation xmlns:p="http://schemas.openxmlformats.org/presentationml/2006/main">
  <p:sldMasterIdLst>
    <p:sldMasterId xmlns:r="http://schemas.openxmlformats.org/officeDocument/2006/relationships" id="2147483648" r:id="R01c234f0fff8459c"/>
  </p:sldMasterIdLst>
  <p:notesMasterIdLst>
    <p:notesMasterId xmlns:r="http://schemas.openxmlformats.org/officeDocument/2006/relationships" r:id="Refaf3999a3f9472d"/>
  </p:notesMasterIdLst>
  <p:sldIdLst>
    <p:sldId xmlns:r="http://schemas.openxmlformats.org/officeDocument/2006/relationships" id="256" r:id="R117a5a7974a847d8"/>
    <p:sldId xmlns:r="http://schemas.openxmlformats.org/officeDocument/2006/relationships" id="257" r:id="R5e4af8e075f44394"/>
    <p:sldId xmlns:r="http://schemas.openxmlformats.org/officeDocument/2006/relationships" id="258" r:id="R69aa1e6d749048c2"/>
    <p:sldId xmlns:r="http://schemas.openxmlformats.org/officeDocument/2006/relationships" id="259" r:id="Rcffc27b451e747bf"/>
    <p:sldId xmlns:r="http://schemas.openxmlformats.org/officeDocument/2006/relationships" id="260" r:id="Rb46847a9f47f4421"/>
    <p:sldId xmlns:r="http://schemas.openxmlformats.org/officeDocument/2006/relationships" id="261" r:id="R21b3098beabb43e3"/>
    <p:sldId xmlns:r="http://schemas.openxmlformats.org/officeDocument/2006/relationships" id="262" r:id="R31276dafde9e44e6"/>
    <p:sldId xmlns:r="http://schemas.openxmlformats.org/officeDocument/2006/relationships" id="263" r:id="Re261e3c3aa474b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527f2de79c4442" /><Relationship Type="http://schemas.openxmlformats.org/officeDocument/2006/relationships/slideMaster" Target="/ppt/slideMasters/slideMaster1.xml" Id="R01c234f0fff8459c" /><Relationship Type="http://schemas.openxmlformats.org/officeDocument/2006/relationships/notesMaster" Target="/ppt/notesMasters/notesMaster1.xml" Id="Refaf3999a3f9472d" /><Relationship Type="http://schemas.openxmlformats.org/officeDocument/2006/relationships/presProps" Target="/ppt/presProps.xml" Id="R5240111a71fb4a65" /><Relationship Type="http://schemas.openxmlformats.org/officeDocument/2006/relationships/tableStyles" Target="/ppt/tableStyles.xml" Id="Re7e3ba0e8225464f" /><Relationship Type="http://schemas.openxmlformats.org/officeDocument/2006/relationships/slide" Target="/ppt/slides/slide1.xml" Id="R117a5a7974a847d8" /><Relationship Type="http://schemas.openxmlformats.org/officeDocument/2006/relationships/slide" Target="/ppt/slides/slide2.xml" Id="R5e4af8e075f44394" /><Relationship Type="http://schemas.openxmlformats.org/officeDocument/2006/relationships/slide" Target="/ppt/slides/slide3.xml" Id="R69aa1e6d749048c2" /><Relationship Type="http://schemas.openxmlformats.org/officeDocument/2006/relationships/slide" Target="/ppt/slides/slide4.xml" Id="Rcffc27b451e747bf" /><Relationship Type="http://schemas.openxmlformats.org/officeDocument/2006/relationships/slide" Target="/ppt/slides/slide5.xml" Id="Rb46847a9f47f4421" /><Relationship Type="http://schemas.openxmlformats.org/officeDocument/2006/relationships/slide" Target="/ppt/slides/slide6.xml" Id="R21b3098beabb43e3" /><Relationship Type="http://schemas.openxmlformats.org/officeDocument/2006/relationships/slide" Target="/ppt/slides/slide7.xml" Id="R31276dafde9e44e6" /><Relationship Type="http://schemas.openxmlformats.org/officeDocument/2006/relationships/slide" Target="/ppt/slides/slide8.xml" Id="Re261e3c3aa474b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870e7c659d48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ec9b3d016e4c55" /><Relationship Type="http://schemas.openxmlformats.org/officeDocument/2006/relationships/notesMaster" Target="/ppt/notesMasters/notesMaster1.xml" Id="Ra1eb058fb2864a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ac2719c67a4dbd" /><Relationship Type="http://schemas.openxmlformats.org/officeDocument/2006/relationships/notesMaster" Target="/ppt/notesMasters/notesMaster1.xml" Id="R0eec0766f8b848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d07323bb6f466f" /><Relationship Type="http://schemas.openxmlformats.org/officeDocument/2006/relationships/notesMaster" Target="/ppt/notesMasters/notesMaster1.xml" Id="Re457149246dd41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6009bb20c44e2d" /><Relationship Type="http://schemas.openxmlformats.org/officeDocument/2006/relationships/notesMaster" Target="/ppt/notesMasters/notesMaster1.xml" Id="Rd9065a7e9b1c49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c4beba04464536" /><Relationship Type="http://schemas.openxmlformats.org/officeDocument/2006/relationships/notesMaster" Target="/ppt/notesMasters/notesMaster1.xml" Id="Rb5aa833b7f4940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c9bcf690af43f4" /><Relationship Type="http://schemas.openxmlformats.org/officeDocument/2006/relationships/notesMaster" Target="/ppt/notesMasters/notesMaster1.xml" Id="R1c4cc2077af943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02695ef48e475a" /><Relationship Type="http://schemas.openxmlformats.org/officeDocument/2006/relationships/notesMaster" Target="/ppt/notesMasters/notesMaster1.xml" Id="Rab348ea3a6474c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dbc4417e544642" /><Relationship Type="http://schemas.openxmlformats.org/officeDocument/2006/relationships/notesMaster" Target="/ppt/notesMasters/notesMaster1.xml" Id="R1b3ab124edba4b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the 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Explain the goal and the expected independent outcome. Connect validated input to a tested cost calculation. This is ungraded textbook learning. Suggested times can be adjusted to the class. Teaching reference: https://edugenio.github.io/cs-atar-textbook/#design.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retrieval, then partner comparison</a:t>
            </a:r>
          </a:p>
          <a:p xmlns:a="http://schemas.openxmlformats.org/drawingml/2006/main">
            <a:r>
              <a:t>Suggested time: 5 minutes.</a:t>
            </a:r>
          </a:p>
          <a:p xmlns:a="http://schemas.openxmlformats.org/drawingml/2006/main">
            <a:r>
              <a:t>Prepare: Open the 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Zero is valid and costs zero cents. Conversion and range checks belong at the input boundary. A calculation function receives a validated quantity. Allow silent thinking before discussion. Ask a learner to justify an answer before revealing the explanation. Teaching reference: https://edugenio.github.io/cs-atar-textbook/#design.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table and teacher explanation</a:t>
            </a:r>
          </a:p>
          <a:p xmlns:a="http://schemas.openxmlformats.org/drawingml/2006/main">
            <a:r>
              <a:t>Suggested time: 6 minutes.</a:t>
            </a:r>
          </a:p>
          <a:p xmlns:a="http://schemas.openxmlformats.org/drawingml/2006/main">
            <a:r>
              <a:t>Prepare: Open the 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Use the project requirements. Keep prices in integer cents. No need to add accounts or a new interface. Teaching reference: https://edugenio.github.io/cs-atar-textbook/#design.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 model and explain</a:t>
            </a:r>
          </a:p>
          <a:p xmlns:a="http://schemas.openxmlformats.org/drawingml/2006/main">
            <a:r>
              <a:t>Suggested time: 10 minutes.</a:t>
            </a:r>
          </a:p>
          <a:p xmlns:a="http://schemas.openxmlformats.org/drawingml/2006/main">
            <a:r>
              <a:t>Prepare: Open the 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Expected costs are 0, 300 and 1200 cents. Ask learners to predict before running. The calculation assumes successful validation. Pause for predictions before discussing the expected result. Teaching reference: https://edugenio.github.io/cs-atar-textbook/#design.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Guided paired practice</a:t>
            </a:r>
          </a:p>
          <a:p xmlns:a="http://schemas.openxmlformats.org/drawingml/2006/main">
            <a:r>
              <a:t>Suggested time: 10 minutes.</a:t>
            </a:r>
          </a:p>
          <a:p xmlns:a="http://schemas.openxmlformats.org/drawingml/2006/main">
            <a:r>
              <a:t>Prepare: Open the 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Conversion fails for three. Negative one converts but fails the range rule. Zero is accepted and costs zero. Use driver/navigator roles, then swap. Swap explaining and checking roles so both learners articulate the reasoning. Teaching reference: https://edugenio.github.io/cs-atar-textbook/#design.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 with optional support</a:t>
            </a:r>
          </a:p>
          <a:p xmlns:a="http://schemas.openxmlformats.org/drawingml/2006/main">
            <a:r>
              <a:t>Suggested time: 12 minutes.</a:t>
            </a:r>
          </a:p>
          <a:p xmlns:a="http://schemas.openxmlformats.org/drawingml/2006/main">
            <a:r>
              <a:t>Prepare: Open the 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Use a separate project copy. Accept equivalent function names. Check the retry loop actually continues and the calculation returns a value. Support with the chapter example, then ask for an independent changed input. Offer the relevant worked example if needed, then use a changed case to check independent understanding. Teaching reference: https://edugenio.github.io/cs-atar-textbook/#design.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Whole-class response and justification</a:t>
            </a:r>
          </a:p>
          <a:p xmlns:a="http://schemas.openxmlformats.org/drawingml/2006/main">
            <a:r>
              <a:t>Suggested time: 5 minutes.</a:t>
            </a:r>
          </a:p>
          <a:p xmlns:a="http://schemas.openxmlformats.org/drawingml/2006/main">
            <a:r>
              <a:t>Prepare: Open the 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B. Printing displays text. A normally completed call without an explicit returned value gives None. Ask what cost = order_cost(4) would store. Give thinking time and collect reasons, without recording scores. Teaching reference: https://edugenio.github.io/cs-atar-textbook/#design.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reflection and fresh explanation</a:t>
            </a:r>
          </a:p>
          <a:p xmlns:a="http://schemas.openxmlformats.org/drawingml/2006/main">
            <a:r>
              <a:t>Suggested time: 5 minutes.</a:t>
            </a:r>
          </a:p>
          <a:p xmlns:a="http://schemas.openxmlformats.org/drawingml/2006/main">
            <a:r>
              <a:t>Prepare: Open the 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Look for successful conversion, accepted range, returned zero cost and actual retest evidence. Keep storage integration for the next workshop. Use the response to select the next explanation or practice activity. Teaching reference: https://edugenio.github.io/cs-atar-textbook/#design.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826bc168f1456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22772269e742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bd0b1aa9a2447b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f691b02dea0456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b125c072f6437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4702f85c2b04e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6d2071030d4082" /><Relationship Type="http://schemas.openxmlformats.org/officeDocument/2006/relationships/slideLayout" Target="/ppt/slideLayouts/slideLayout1.xml" Id="R6439b1390ef34e68" /><Relationship Type="http://schemas.openxmlformats.org/officeDocument/2006/relationships/slideLayout" Target="/ppt/slideLayouts/slideLayout2.xml" Id="Rc0c14d9bd12f49c2" /><Relationship Type="http://schemas.openxmlformats.org/officeDocument/2006/relationships/slideLayout" Target="/ppt/slideLayouts/slideLayout3.xml" Id="R4beb6d9a7c5746eb" /><Relationship Type="http://schemas.openxmlformats.org/officeDocument/2006/relationships/slideLayout" Target="/ppt/slideLayouts/slideLayout4.xml" Id="Rc99929026a614216" /><Relationship Type="http://schemas.openxmlformats.org/officeDocument/2006/relationships/slideLayout" Target="/ppt/slideLayouts/slideLayout5.xml" Id="Ra598c6599bdb40f0" /><Relationship Type="http://schemas.openxmlformats.org/officeDocument/2006/relationships/slideLayout" Target="/ppt/slideLayouts/slideLayout6.xml" Id="R439f2367404041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39b1390ef34e68"/>
    <p:sldLayoutId xmlns:r="http://schemas.openxmlformats.org/officeDocument/2006/relationships" id="2147483650" r:id="Rc0c14d9bd12f49c2"/>
    <p:sldLayoutId xmlns:r="http://schemas.openxmlformats.org/officeDocument/2006/relationships" id="2147483651" r:id="R4beb6d9a7c5746eb"/>
    <p:sldLayoutId xmlns:r="http://schemas.openxmlformats.org/officeDocument/2006/relationships" id="2147483652" r:id="Rc99929026a614216"/>
    <p:sldLayoutId xmlns:r="http://schemas.openxmlformats.org/officeDocument/2006/relationships" id="2147483653" r:id="Ra598c6599bdb40f0"/>
    <p:sldLayoutId xmlns:r="http://schemas.openxmlformats.org/officeDocument/2006/relationships" id="2147483654" r:id="R439f2367404041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282bea2629b4288" /><Relationship Type="http://schemas.openxmlformats.org/officeDocument/2006/relationships/notesSlide" Target="/ppt/notesSlides/notesSlide1.xml" Id="Rb7e9130c7d1c42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700cae8255c481f" /><Relationship Type="http://schemas.openxmlformats.org/officeDocument/2006/relationships/notesSlide" Target="/ppt/notesSlides/notesSlide2.xml" Id="R54653ee8de0a43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01bf470003743c5" /><Relationship Type="http://schemas.openxmlformats.org/officeDocument/2006/relationships/notesSlide" Target="/ppt/notesSlides/notesSlide3.xml" Id="Rb7417e016f974e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e62763ee4f24e29" /><Relationship Type="http://schemas.openxmlformats.org/officeDocument/2006/relationships/notesSlide" Target="/ppt/notesSlides/notesSlide4.xml" Id="Rdb5bb589864644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eb5af7e860f47c8" /><Relationship Type="http://schemas.openxmlformats.org/officeDocument/2006/relationships/notesSlide" Target="/ppt/notesSlides/notesSlide5.xml" Id="R6012605f910042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bca646ed2634d52" /><Relationship Type="http://schemas.openxmlformats.org/officeDocument/2006/relationships/notesSlide" Target="/ppt/notesSlides/notesSlide6.xml" Id="R4766791766dc4a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2e0cf88bc254a15" /><Relationship Type="http://schemas.openxmlformats.org/officeDocument/2006/relationships/notesSlide" Target="/ppt/notesSlides/notesSlide7.xml" Id="R99d3d679dd4644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be96c6c6adb4d11" /><Relationship Type="http://schemas.openxmlformats.org/officeDocument/2006/relationships/notesSlide" Target="/ppt/notesSlides/notesSlide8.xml" Id="R1b08747fefb64175"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Calculation and input workshop</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U1-W09-L03  ·  1/8  ·  Content CC BY 4.0 / code MIT</a:t>
            </a:r>
          </a:p>
        </p:txBody>
      </p:sp>
      <p:sp>
        <p:nvSpPr>
          <p:cNvPr id="6" name="Body 1">
            <a:extLst xmlns:a="http://schemas.openxmlformats.org/drawingml/2006/main">
              <a:ext uri="{FF2B5EF4-FFF2-40B4-BE49-F238E27FC236}">
                <a16:creationId xmlns:a16="http://schemas.microsoft.com/office/drawing/2014/main" id="{2D3CF5A9-5A6E-4351-BCDF-E8FB8EB6E0E4}"/>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1 · Week 9 · Lesson 3</a:t>
            </a:r>
          </a:p>
        </p:txBody>
      </p:sp>
      <p:sp>
        <p:nvSpPr>
          <p:cNvPr id="7" name="Body 2">
            <a:extLst xmlns:a="http://schemas.openxmlformats.org/drawingml/2006/main">
              <a:ext uri="{FF2B5EF4-FFF2-40B4-BE49-F238E27FC236}">
                <a16:creationId xmlns:a16="http://schemas.microsoft.com/office/drawing/2014/main" id="{BCD624B7-E6EB-406A-B0CC-875C99CAA7B7}"/>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Connect validated input to a tested cost calculation.</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Retrieval and explanation</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U1-W09-L03  ·  2/8  ·  Content CC BY 4.0 / code MIT</a:t>
            </a:r>
          </a:p>
        </p:txBody>
      </p:sp>
      <p:sp>
        <p:nvSpPr>
          <p:cNvPr id="8" name="Body 1">
            <a:extLst xmlns:a="http://schemas.openxmlformats.org/drawingml/2006/main">
              <a:ext uri="{FF2B5EF4-FFF2-40B4-BE49-F238E27FC236}">
                <a16:creationId xmlns:a16="http://schemas.microsoft.com/office/drawing/2014/main" id="{06AEBE1D-CAC0-492F-9A58-84952B404ACC}"/>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What should quantity zero mean?</a:t>
            </a:r>
          </a:p>
        </p:txBody>
      </p:sp>
      <p:sp>
        <p:nvSpPr>
          <p:cNvPr id="9" name="Body 2">
            <a:extLst xmlns:a="http://schemas.openxmlformats.org/drawingml/2006/main">
              <a:ext uri="{FF2B5EF4-FFF2-40B4-BE49-F238E27FC236}">
                <a16:creationId xmlns:a16="http://schemas.microsoft.com/office/drawing/2014/main" id="{90421EE5-AEE1-4FE4-8E80-119D8C05C877}"/>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Where should input conversion happen?</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order contract</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U1-W09-L03  ·  3/8  ·  Content CC BY 4.0 / code MIT</a:t>
            </a:r>
          </a:p>
        </p:txBody>
      </p:sp>
      <p:graphicFrame>
        <p:nvGraphicFramePr>
          <p:cNvPr id="5" name="">
            <a:extLst xmlns:a="http://schemas.openxmlformats.org/drawingml/2006/main">
              <a:ext uri="{FF2B5EF4-FFF2-40B4-BE49-F238E27FC236}">
                <a16:creationId xmlns:a16="http://schemas.microsoft.com/office/drawing/2014/main" id="{5FF884D4-EC39-4B32-A4D4-2C8843827001}"/>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a:tblGrid>
                <a:gridCol w="5410200"/>
                <a:gridCol w="5410200"/>
              </a:tblGrid>
              <a:tr h="723900">
                <a:tc>
                  <a:txBody>
                    <a:bodyPr lIns="85725" tIns="85725" rIns="85725" bIns="85725"/>
                    <a:lstStyle/>
                    <a:p>
                      <a:r>
                        <a:rPr sz="2100" b="1">
                          <a:solidFill>
                            <a:srgbClr val="FFFFFF"/>
                          </a:solidFill>
                          <a:latin typeface="Arial"/>
                          <a:ea typeface="Arial"/>
                          <a:cs typeface="Arial"/>
                        </a:rPr>
                        <a:t>Part</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Expected behaviour</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Input</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Whole quantity of zero or more</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Calculation</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quantity × 300 cents</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Rejected input</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Explain and ask again</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Accepted input</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Return the validated quantity</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Predicted costs</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U1-W09-L03  ·  4/8  ·  Content CC BY 4.0 / code MIT</a:t>
            </a:r>
          </a:p>
        </p:txBody>
      </p:sp>
      <p:sp>
        <p:nvSpPr>
          <p:cNvPr id="8" name="Body 1">
            <a:extLst xmlns:a="http://schemas.openxmlformats.org/drawingml/2006/main">
              <a:ext uri="{FF2B5EF4-FFF2-40B4-BE49-F238E27FC236}">
                <a16:creationId xmlns:a16="http://schemas.microsoft.com/office/drawing/2014/main" id="{FA838402-F956-4835-BE31-860527A550D5}"/>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Predict costs for quantities 0, 1 and 4.</a:t>
            </a:r>
          </a:p>
        </p:txBody>
      </p:sp>
      <p:sp>
        <p:nvSpPr>
          <p:cNvPr id="9" name="Body 2">
            <a:extLst xmlns:a="http://schemas.openxmlformats.org/drawingml/2006/main">
              <a:ext uri="{FF2B5EF4-FFF2-40B4-BE49-F238E27FC236}">
                <a16:creationId xmlns:a16="http://schemas.microsoft.com/office/drawing/2014/main" id="{B15BB4FF-2D8B-42B9-A43E-6033DB3A14E2}"/>
              </a:ext>
            </a:extLst>
          </p:cNvPr>
          <p:cNvSpPr>
            <a:spLocks xmlns:a="http://schemas.openxmlformats.org/drawingml/2006/main" noGrp="1"/>
          </p:cNvSpPr>
          <p:nvPr/>
        </p:nvSpPr>
        <p:spPr>
          <a:xfrm xmlns:a="http://schemas.openxmlformats.org/drawingml/2006/main">
            <a:off x="685800" y="21907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Identify the input and returned result.</a:t>
            </a:r>
          </a:p>
        </p:txBody>
      </p:sp>
      <p:sp>
        <p:nvSpPr>
          <p:cNvPr id="10" name="Code example">
            <a:extLst xmlns:a="http://schemas.openxmlformats.org/drawingml/2006/main">
              <a:ext uri="{FF2B5EF4-FFF2-40B4-BE49-F238E27FC236}">
                <a16:creationId xmlns:a16="http://schemas.microsoft.com/office/drawing/2014/main" id="{3AEFF281-84BD-43E0-8D51-EB5ABFFE33DE}"/>
              </a:ext>
            </a:extLst>
          </p:cNvPr>
          <p:cNvSpPr>
            <a:spLocks xmlns:a="http://schemas.openxmlformats.org/drawingml/2006/main" noGrp="1"/>
          </p:cNvSpPr>
          <p:nvPr/>
        </p:nvSpPr>
        <p:spPr>
          <a:xfrm xmlns:a="http://schemas.openxmlformats.org/drawingml/2006/main">
            <a:off x="685800" y="3028950"/>
            <a:ext cx="108204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0">
                <a:solidFill>
                  <a:srgbClr val="18322D"/>
                </a:solidFill>
                <a:latin typeface="Arial"/>
                <a:ea typeface="Arial"/>
                <a:cs typeface="Arial"/>
              </a:defRPr>
            </a:defPPr>
          </a:lstStyle>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def order_cost(quantity):</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    return quantity * 300</a:t>
            </a:r>
          </a:p>
        </p:txBody>
      </p:sp>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Retry trace</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U1-W09-L03  ·  5/8  ·  Content CC BY 4.0 / code MIT</a:t>
            </a:r>
          </a:p>
        </p:txBody>
      </p:sp>
      <p:sp>
        <p:nvSpPr>
          <p:cNvPr id="8" name="Body 1">
            <a:extLst xmlns:a="http://schemas.openxmlformats.org/drawingml/2006/main">
              <a:ext uri="{FF2B5EF4-FFF2-40B4-BE49-F238E27FC236}">
                <a16:creationId xmlns:a16="http://schemas.microsoft.com/office/drawing/2014/main" id="{0C096A4C-E04A-42D7-BC77-3B7E7114FF45}"/>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Trace inputs "three", "-1", "0".</a:t>
            </a:r>
          </a:p>
        </p:txBody>
      </p:sp>
      <p:sp>
        <p:nvSpPr>
          <p:cNvPr id="9" name="Body 2">
            <a:extLst xmlns:a="http://schemas.openxmlformats.org/drawingml/2006/main">
              <a:ext uri="{FF2B5EF4-FFF2-40B4-BE49-F238E27FC236}">
                <a16:creationId xmlns:a16="http://schemas.microsoft.com/office/drawing/2014/main" id="{7636F54A-8708-40B7-9F34-8EDBCE99A412}"/>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Which input reaches the calculation?</a:t>
            </a:r>
          </a:p>
        </p:txBody>
      </p:sp>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Independent practice</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U1-W09-L03  ·  6/8  ·  Content CC BY 4.0 / code MIT</a:t>
            </a:r>
          </a:p>
        </p:txBody>
      </p:sp>
      <p:sp>
        <p:nvSpPr>
          <p:cNvPr id="8" name="Body 1">
            <a:extLst xmlns:a="http://schemas.openxmlformats.org/drawingml/2006/main">
              <a:ext uri="{FF2B5EF4-FFF2-40B4-BE49-F238E27FC236}">
                <a16:creationId xmlns:a16="http://schemas.microsoft.com/office/drawing/2014/main" id="{2C8B0BBB-315A-4005-B38D-DB4B0568E10B}"/>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Complete the input and calculation modules.</a:t>
            </a:r>
          </a:p>
        </p:txBody>
      </p:sp>
      <p:sp>
        <p:nvSpPr>
          <p:cNvPr id="9" name="Body 2">
            <a:extLst xmlns:a="http://schemas.openxmlformats.org/drawingml/2006/main">
              <a:ext uri="{FF2B5EF4-FFF2-40B4-BE49-F238E27FC236}">
                <a16:creationId xmlns:a16="http://schemas.microsoft.com/office/drawing/2014/main" id="{EC2EB56E-157A-42B6-99BA-473457A5BC34}"/>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Test invalid text, a negative value, zero and four.</a:t>
            </a:r>
          </a:p>
        </p:txBody>
      </p:sp>
      <p:sp>
        <p:nvSpPr>
          <p:cNvPr id="10" name="Body 3">
            <a:extLst xmlns:a="http://schemas.openxmlformats.org/drawingml/2006/main">
              <a:ext uri="{FF2B5EF4-FFF2-40B4-BE49-F238E27FC236}">
                <a16:creationId xmlns:a16="http://schemas.microsoft.com/office/drawing/2014/main" id="{9E97DDB3-382A-4BBE-A26E-D1FD2EB58E95}"/>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Record predicted and actual results.</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choice to explain</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U1-W09-L03  ·  7/8  ·  Content CC BY 4.0 / code MIT</a:t>
            </a:r>
          </a:p>
        </p:txBody>
      </p:sp>
      <p:sp>
        <p:nvSpPr>
          <p:cNvPr id="8" name="Body 1">
            <a:extLst xmlns:a="http://schemas.openxmlformats.org/drawingml/2006/main">
              <a:ext uri="{FF2B5EF4-FFF2-40B4-BE49-F238E27FC236}">
                <a16:creationId xmlns:a16="http://schemas.microsoft.com/office/drawing/2014/main" id="{D3E50817-DE2B-4F2E-8654-08E77AD5DD7E}"/>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The function prints 1200 but returns no value.</a:t>
            </a:r>
          </a:p>
        </p:txBody>
      </p:sp>
      <p:sp>
        <p:nvSpPr>
          <p:cNvPr id="9" name="Body 2">
            <a:extLst xmlns:a="http://schemas.openxmlformats.org/drawingml/2006/main">
              <a:ext uri="{FF2B5EF4-FFF2-40B4-BE49-F238E27FC236}">
                <a16:creationId xmlns:a16="http://schemas.microsoft.com/office/drawing/2014/main" id="{32B3C65C-AEB7-4A9B-85FD-508391A76B3C}"/>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The caller receives 1200.</a:t>
            </a:r>
          </a:p>
        </p:txBody>
      </p:sp>
      <p:sp>
        <p:nvSpPr>
          <p:cNvPr id="10" name="Body 3">
            <a:extLst xmlns:a="http://schemas.openxmlformats.org/drawingml/2006/main">
              <a:ext uri="{FF2B5EF4-FFF2-40B4-BE49-F238E27FC236}">
                <a16:creationId xmlns:a16="http://schemas.microsoft.com/office/drawing/2014/main" id="{F287FF0B-5F5B-4FA7-8157-AFA46DFD884F}"/>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B: The caller receives None.</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Exit explanation</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U1-W09-L03  ·  8/8  ·  Content CC BY 4.0 / code MIT</a:t>
            </a:r>
          </a:p>
        </p:txBody>
      </p:sp>
      <p:sp>
        <p:nvSpPr>
          <p:cNvPr id="8" name="Body 1">
            <a:extLst xmlns:a="http://schemas.openxmlformats.org/drawingml/2006/main">
              <a:ext uri="{FF2B5EF4-FFF2-40B4-BE49-F238E27FC236}">
                <a16:creationId xmlns:a16="http://schemas.microsoft.com/office/drawing/2014/main" id="{3F78E723-0500-42C4-8139-5F09B20C2A96}"/>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how zero travels through your modules.</a:t>
            </a:r>
          </a:p>
        </p:txBody>
      </p:sp>
      <p:sp>
        <p:nvSpPr>
          <p:cNvPr id="9" name="Body 2">
            <a:extLst xmlns:a="http://schemas.openxmlformats.org/drawingml/2006/main">
              <a:ext uri="{FF2B5EF4-FFF2-40B4-BE49-F238E27FC236}">
                <a16:creationId xmlns:a16="http://schemas.microsoft.com/office/drawing/2014/main" id="{155E7BEE-0FAD-4547-8E17-A20BD861E7C9}"/>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Name one failed test and its correction.</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2026-10-15T12:27:45.1560000Z</dcterms:created>
  <dcterms:modified xsi:type="dcterms:W3CDTF">2026-10-15T12:27:45.1560000Z</dcterms:modified>
</coreProperties>
</file>