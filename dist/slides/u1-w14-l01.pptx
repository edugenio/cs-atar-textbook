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356eec98545ec" /><Relationship Type="http://schemas.openxmlformats.org/officeDocument/2006/relationships/extended-properties" Target="/docProps/app.xml" Id="R04f8004e7beb4cb3" /><Relationship Type="http://schemas.openxmlformats.org/officeDocument/2006/relationships/officeDocument" Target="/ppt/presentation.xml" Id="R2ee8a96e708e49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09c16ebb9f4933"/>
  </p:sldMasterIdLst>
  <p:notesMasterIdLst>
    <p:notesMasterId xmlns:r="http://schemas.openxmlformats.org/officeDocument/2006/relationships" r:id="Ra755c20e1ceb4272"/>
  </p:notesMasterIdLst>
  <p:sldIdLst>
    <p:sldId xmlns:r="http://schemas.openxmlformats.org/officeDocument/2006/relationships" id="256" r:id="R2cd7bf63a4cf4dcb"/>
    <p:sldId xmlns:r="http://schemas.openxmlformats.org/officeDocument/2006/relationships" id="257" r:id="R2118df43d04d41f5"/>
    <p:sldId xmlns:r="http://schemas.openxmlformats.org/officeDocument/2006/relationships" id="258" r:id="Rcd12848e9523412d"/>
    <p:sldId xmlns:r="http://schemas.openxmlformats.org/officeDocument/2006/relationships" id="259" r:id="R272aae01e6044043"/>
    <p:sldId xmlns:r="http://schemas.openxmlformats.org/officeDocument/2006/relationships" id="260" r:id="R5d6e492c39964e81"/>
    <p:sldId xmlns:r="http://schemas.openxmlformats.org/officeDocument/2006/relationships" id="261" r:id="R84989277c7234479"/>
    <p:sldId xmlns:r="http://schemas.openxmlformats.org/officeDocument/2006/relationships" id="262" r:id="R60120b31fbd848ae"/>
    <p:sldId xmlns:r="http://schemas.openxmlformats.org/officeDocument/2006/relationships" id="263" r:id="R35224e8136994a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0f5ebc475b425f" /><Relationship Type="http://schemas.openxmlformats.org/officeDocument/2006/relationships/slideMaster" Target="/ppt/slideMasters/slideMaster1.xml" Id="R5609c16ebb9f4933" /><Relationship Type="http://schemas.openxmlformats.org/officeDocument/2006/relationships/notesMaster" Target="/ppt/notesMasters/notesMaster1.xml" Id="Ra755c20e1ceb4272" /><Relationship Type="http://schemas.openxmlformats.org/officeDocument/2006/relationships/presProps" Target="/ppt/presProps.xml" Id="R656f7b6ff76e4e52" /><Relationship Type="http://schemas.openxmlformats.org/officeDocument/2006/relationships/tableStyles" Target="/ppt/tableStyles.xml" Id="Raf069a783d8643fe" /><Relationship Type="http://schemas.openxmlformats.org/officeDocument/2006/relationships/slide" Target="/ppt/slides/slide1.xml" Id="R2cd7bf63a4cf4dcb" /><Relationship Type="http://schemas.openxmlformats.org/officeDocument/2006/relationships/slide" Target="/ppt/slides/slide2.xml" Id="R2118df43d04d41f5" /><Relationship Type="http://schemas.openxmlformats.org/officeDocument/2006/relationships/slide" Target="/ppt/slides/slide3.xml" Id="Rcd12848e9523412d" /><Relationship Type="http://schemas.openxmlformats.org/officeDocument/2006/relationships/slide" Target="/ppt/slides/slide4.xml" Id="R272aae01e6044043" /><Relationship Type="http://schemas.openxmlformats.org/officeDocument/2006/relationships/slide" Target="/ppt/slides/slide5.xml" Id="R5d6e492c39964e81" /><Relationship Type="http://schemas.openxmlformats.org/officeDocument/2006/relationships/slide" Target="/ppt/slides/slide6.xml" Id="R84989277c7234479" /><Relationship Type="http://schemas.openxmlformats.org/officeDocument/2006/relationships/slide" Target="/ppt/slides/slide7.xml" Id="R60120b31fbd848ae" /><Relationship Type="http://schemas.openxmlformats.org/officeDocument/2006/relationships/slide" Target="/ppt/slides/slide8.xml" Id="R35224e813699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0a11cbe86a47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3bfb88f129402e" /><Relationship Type="http://schemas.openxmlformats.org/officeDocument/2006/relationships/notesMaster" Target="/ppt/notesMasters/notesMaster1.xml" Id="Ra520aa877c1a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3ab17c3de943af" /><Relationship Type="http://schemas.openxmlformats.org/officeDocument/2006/relationships/notesMaster" Target="/ppt/notesMasters/notesMaster1.xml" Id="R509868f5a83c45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f52f3fb1a14055" /><Relationship Type="http://schemas.openxmlformats.org/officeDocument/2006/relationships/notesMaster" Target="/ppt/notesMasters/notesMaster1.xml" Id="Ra3c89fe0d6fc44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5c00ba3f684d9b" /><Relationship Type="http://schemas.openxmlformats.org/officeDocument/2006/relationships/notesMaster" Target="/ppt/notesMasters/notesMaster1.xml" Id="R1b2e6296f55947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b8fd0122d0408a" /><Relationship Type="http://schemas.openxmlformats.org/officeDocument/2006/relationships/notesMaster" Target="/ppt/notesMasters/notesMaster1.xml" Id="Ra87a43ddad5740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a759f679bd4f78" /><Relationship Type="http://schemas.openxmlformats.org/officeDocument/2006/relationships/notesMaster" Target="/ppt/notesMasters/notesMaster1.xml" Id="R304a1c9ddf6e4e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040fe11694d40" /><Relationship Type="http://schemas.openxmlformats.org/officeDocument/2006/relationships/notesMaster" Target="/ppt/notesMasters/notesMaster1.xml" Id="R9075efd3047240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11d6493b0641cb" /><Relationship Type="http://schemas.openxmlformats.org/officeDocument/2006/relationships/notesMaster" Target="/ppt/notesMasters/notesMaster1.xml" Id="R9ba7ed6e4b964f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Explain a path using addressing and device functions. This is ungraded textbook learning. Suggested times can be adjusted to the class.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basic switch forwards local frames. The client ordinarily uses the gateway for off-subnet destinations under its mask. Allow silent thinking before discussion. Ask a learner to justify an answer before revealing the explanation.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full addresses in the spoken explanation. A remote example such as 198.51.100.20 is fictional documentation data, not a live target.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the link between the requirement, mask comparison and routing action. A device name alone does not explain the outcome. Pause for predictions before discussing the expected result.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wireless trace adds the access point. The remote destination adds the gateway/routing role. Keep the physical drawing consistent with the explanation. Swap explaining and checking roles so both learners articulate the reasoning.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need, device, action and outcome as a writing scaffold. Learners then revise independently. Offer the relevant worked example if needed, then use a changed case to check independent understanding.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Do not confuse the presence of a router with a requirement to route every local exchange. Give thinking time and collect reasons, without recording scores.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network-review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the actual network comparison and gateway role. Use the response to select the next explanation or practice activity. Teaching reference: https://edugenio.github.io/cs-atar-textbook/#network-review. Technical/course references: https://www.rfc-editor.org/rfc/rfc1122 https://www.rfc-editor.org/rfc/rfc1918 https://senior-secondary.scsa.wa.edu.au/__data/assets/pdf_file/0003/1090875/Year-11_12_Computer-Science_ATAR_Additional-syllabus-support-booklet-.PDF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092a447f64d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c84c3116e4c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cbf44f0b444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3c99fc54b47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55bfccda74b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1a3654eb1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75707d6ce844be" /><Relationship Type="http://schemas.openxmlformats.org/officeDocument/2006/relationships/slideLayout" Target="/ppt/slideLayouts/slideLayout1.xml" Id="Re2fde8c504124068" /><Relationship Type="http://schemas.openxmlformats.org/officeDocument/2006/relationships/slideLayout" Target="/ppt/slideLayouts/slideLayout2.xml" Id="R65e179ba319847dc" /><Relationship Type="http://schemas.openxmlformats.org/officeDocument/2006/relationships/slideLayout" Target="/ppt/slideLayouts/slideLayout3.xml" Id="Rff435915068d454d" /><Relationship Type="http://schemas.openxmlformats.org/officeDocument/2006/relationships/slideLayout" Target="/ppt/slideLayouts/slideLayout4.xml" Id="R96f434919b00493e" /><Relationship Type="http://schemas.openxmlformats.org/officeDocument/2006/relationships/slideLayout" Target="/ppt/slideLayouts/slideLayout5.xml" Id="R1bf344579df94cd5" /><Relationship Type="http://schemas.openxmlformats.org/officeDocument/2006/relationships/slideLayout" Target="/ppt/slideLayouts/slideLayout6.xml" Id="R2dbc24beceaf47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fde8c504124068"/>
    <p:sldLayoutId xmlns:r="http://schemas.openxmlformats.org/officeDocument/2006/relationships" id="2147483650" r:id="R65e179ba319847dc"/>
    <p:sldLayoutId xmlns:r="http://schemas.openxmlformats.org/officeDocument/2006/relationships" id="2147483651" r:id="Rff435915068d454d"/>
    <p:sldLayoutId xmlns:r="http://schemas.openxmlformats.org/officeDocument/2006/relationships" id="2147483652" r:id="R96f434919b00493e"/>
    <p:sldLayoutId xmlns:r="http://schemas.openxmlformats.org/officeDocument/2006/relationships" id="2147483653" r:id="R1bf344579df94cd5"/>
    <p:sldLayoutId xmlns:r="http://schemas.openxmlformats.org/officeDocument/2006/relationships" id="2147483654" r:id="R2dbc24beceaf47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46de8d88c4527" /><Relationship Type="http://schemas.openxmlformats.org/officeDocument/2006/relationships/notesSlide" Target="/ppt/notesSlides/notesSlide1.xml" Id="R4d2f05dce99d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187b342174688" /><Relationship Type="http://schemas.openxmlformats.org/officeDocument/2006/relationships/notesSlide" Target="/ppt/notesSlides/notesSlide2.xml" Id="R5f549ea04d6244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ebd0eea6a4027" /><Relationship Type="http://schemas.openxmlformats.org/officeDocument/2006/relationships/notesSlide" Target="/ppt/notesSlides/notesSlide3.xml" Id="Re1b8e4c382f44b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62539e8aa498a" /><Relationship Type="http://schemas.openxmlformats.org/officeDocument/2006/relationships/notesSlide" Target="/ppt/notesSlides/notesSlide4.xml" Id="R1c42ea0e66ed47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6861e988b4447" /><Relationship Type="http://schemas.openxmlformats.org/officeDocument/2006/relationships/notesSlide" Target="/ppt/notesSlides/notesSlide5.xml" Id="R48b124b0c9df48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a5a5070b44172" /><Relationship Type="http://schemas.openxmlformats.org/officeDocument/2006/relationships/notesSlide" Target="/ppt/notesSlides/notesSlide6.xml" Id="R91547ccd5c974a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2dacb80824790" /><Relationship Type="http://schemas.openxmlformats.org/officeDocument/2006/relationships/notesSlide" Target="/ppt/notesSlides/notesSlide7.xml" Id="R0ff381f3456245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c4f248187e417a" /><Relationship Type="http://schemas.openxmlformats.org/officeDocument/2006/relationships/notesSlide" Target="/ppt/notesSlides/notesSlide8.xml" Id="Rf74483c67953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Traffic paths and network explanations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U1-W14-L01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FEC071A9-0F8D-487A-8935-39FF216C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14 · Lesson 1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1BDFB2EF-F199-4B37-9202-CA90BF94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a path using addressing and device functions.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U1-W14-L01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58ABD0DF-8E56-41D9-9801-BF564DC9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job belongs to a switch?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F1D9ABA5-E7F7-4792-91FA-F0BEE1FA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When does a client use its gateway?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Two library destinations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U1-W14-L01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B901F-A519-406C-A4E6-1E8F495DEC71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Client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Destination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Path requirement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192.168.40.20/24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Local switching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192.168.40.20/24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198.51.100.20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Local gateway and routing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Wireless local client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Access point plus local network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complete explanation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U1-W14-L01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CCFC780-7604-4C76-AC06-48D0EC5A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Need: retrieve a file from a remote network.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B952229F-70F3-4D04-820E-006C739C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Address comparison: destination is not local.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B01FD3C8-2B52-40E1-A036-802149B6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Role: the gateway forwards towards that network.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Local and remote traces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U1-W14-L01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54C343E-93E5-470E-A492-2697EFE1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one wired request to the local server.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0F933C76-FD7E-4D3F-8CD6-695524C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one wireless request to a remote service.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F91FA469-DBD0-48C4-B663-4F3623AF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the roles that differ.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U1-W14-L01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FDD28BAA-60D9-49B1-8090-87102441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Write two traffic-path explanations.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E7F8E258-48D3-4222-9286-F9721C1E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State addresses, mask and relevant devices.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33AAA53A-2A30-4883-949F-84A95637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Have a partner identify an unsupported step.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U1-W14-L01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DDEED11-7DCF-458B-A91D-3DDBB139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Two hosts are on the same stated subnet.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72E16E36-94D5-4833-8EA6-1B0AAA35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Basic local communication can use switching.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F85BFF75-C876-464F-AF2E-B4A443E2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Every local frame must cross the Internet.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U1-W14-L01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E62419C3-0028-47C7-95E0-DC7B2478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why one destination is remote.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9A7D398-08F5-44AD-85F1-DA969FBA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Name the routing action that follows.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2026-10-15T12:33:51.4530000Z</dcterms:created>
  <dcterms:modified xsi:type="dcterms:W3CDTF">2026-10-15T12:33:51.4530000Z</dcterms:modified>
</coreProperties>
</file>