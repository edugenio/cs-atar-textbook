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e4c7ff277e4887" /><Relationship Type="http://schemas.openxmlformats.org/officeDocument/2006/relationships/extended-properties" Target="/docProps/app.xml" Id="Re7dd4bac519946a2" /><Relationship Type="http://schemas.openxmlformats.org/officeDocument/2006/relationships/officeDocument" Target="/ppt/presentation.xml" Id="Rb8c7d0c91bb545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db8f3c82b6407c"/>
  </p:sldMasterIdLst>
  <p:notesMasterIdLst>
    <p:notesMasterId xmlns:r="http://schemas.openxmlformats.org/officeDocument/2006/relationships" r:id="R5f45d4014fd24883"/>
  </p:notesMasterIdLst>
  <p:sldIdLst>
    <p:sldId xmlns:r="http://schemas.openxmlformats.org/officeDocument/2006/relationships" id="256" r:id="R8070c21da1154a45"/>
    <p:sldId xmlns:r="http://schemas.openxmlformats.org/officeDocument/2006/relationships" id="257" r:id="R1c76b28cfd0849c6"/>
    <p:sldId xmlns:r="http://schemas.openxmlformats.org/officeDocument/2006/relationships" id="258" r:id="R88059b7e87fe4463"/>
    <p:sldId xmlns:r="http://schemas.openxmlformats.org/officeDocument/2006/relationships" id="259" r:id="Rbc2e505ffa4545ad"/>
    <p:sldId xmlns:r="http://schemas.openxmlformats.org/officeDocument/2006/relationships" id="260" r:id="Re308c0a5a5c840a8"/>
    <p:sldId xmlns:r="http://schemas.openxmlformats.org/officeDocument/2006/relationships" id="261" r:id="R2bf69d6d431e4b36"/>
    <p:sldId xmlns:r="http://schemas.openxmlformats.org/officeDocument/2006/relationships" id="262" r:id="Rbdb383aa62244b66"/>
    <p:sldId xmlns:r="http://schemas.openxmlformats.org/officeDocument/2006/relationships" id="263" r:id="R2223c862915b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d7cf915ef4027" /><Relationship Type="http://schemas.openxmlformats.org/officeDocument/2006/relationships/slideMaster" Target="/ppt/slideMasters/slideMaster1.xml" Id="R97db8f3c82b6407c" /><Relationship Type="http://schemas.openxmlformats.org/officeDocument/2006/relationships/notesMaster" Target="/ppt/notesMasters/notesMaster1.xml" Id="R5f45d4014fd24883" /><Relationship Type="http://schemas.openxmlformats.org/officeDocument/2006/relationships/presProps" Target="/ppt/presProps.xml" Id="R71181e4b0a834d50" /><Relationship Type="http://schemas.openxmlformats.org/officeDocument/2006/relationships/tableStyles" Target="/ppt/tableStyles.xml" Id="R526cc5bf3e28488d" /><Relationship Type="http://schemas.openxmlformats.org/officeDocument/2006/relationships/slide" Target="/ppt/slides/slide1.xml" Id="R8070c21da1154a45" /><Relationship Type="http://schemas.openxmlformats.org/officeDocument/2006/relationships/slide" Target="/ppt/slides/slide2.xml" Id="R1c76b28cfd0849c6" /><Relationship Type="http://schemas.openxmlformats.org/officeDocument/2006/relationships/slide" Target="/ppt/slides/slide3.xml" Id="R88059b7e87fe4463" /><Relationship Type="http://schemas.openxmlformats.org/officeDocument/2006/relationships/slide" Target="/ppt/slides/slide4.xml" Id="Rbc2e505ffa4545ad" /><Relationship Type="http://schemas.openxmlformats.org/officeDocument/2006/relationships/slide" Target="/ppt/slides/slide5.xml" Id="Re308c0a5a5c840a8" /><Relationship Type="http://schemas.openxmlformats.org/officeDocument/2006/relationships/slide" Target="/ppt/slides/slide6.xml" Id="R2bf69d6d431e4b36" /><Relationship Type="http://schemas.openxmlformats.org/officeDocument/2006/relationships/slide" Target="/ppt/slides/slide7.xml" Id="Rbdb383aa62244b66" /><Relationship Type="http://schemas.openxmlformats.org/officeDocument/2006/relationships/slide" Target="/ppt/slides/slide8.xml" Id="R2223c862915b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fdd1151de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92b30de19d460c" /><Relationship Type="http://schemas.openxmlformats.org/officeDocument/2006/relationships/notesMaster" Target="/ppt/notesMasters/notesMaster1.xml" Id="R64fddc4cddb5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4b0d46ca74853" /><Relationship Type="http://schemas.openxmlformats.org/officeDocument/2006/relationships/notesMaster" Target="/ppt/notesMasters/notesMaster1.xml" Id="R2796e985fd64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227c6a706f429f" /><Relationship Type="http://schemas.openxmlformats.org/officeDocument/2006/relationships/notesMaster" Target="/ppt/notesMasters/notesMaster1.xml" Id="R790299f9adf54a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5e1fc08dae406c" /><Relationship Type="http://schemas.openxmlformats.org/officeDocument/2006/relationships/notesMaster" Target="/ppt/notesMasters/notesMaster1.xml" Id="Rad33ff76800549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d12f19baa745f3" /><Relationship Type="http://schemas.openxmlformats.org/officeDocument/2006/relationships/notesMaster" Target="/ppt/notesMasters/notesMaster1.xml" Id="Rd1d3a11e7f5c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d802d03e474405" /><Relationship Type="http://schemas.openxmlformats.org/officeDocument/2006/relationships/notesMaster" Target="/ppt/notesMasters/notesMaster1.xml" Id="Rb7f08c9cddff41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c1fd1c55c46b0" /><Relationship Type="http://schemas.openxmlformats.org/officeDocument/2006/relationships/notesMaster" Target="/ppt/notesMasters/notesMaster1.xml" Id="Rf7485692e63a43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5a98064d874ba6" /><Relationship Type="http://schemas.openxmlformats.org/officeDocument/2006/relationships/notesMaster" Target="/ppt/notesMasters/notesMaster1.xml" Id="R70f7d314a4d6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Compare network addresses under a /24 mask. This is ungraded textbook learning. Suggested times can be adjusted to the class.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24 of 32 bits form the prefix here. The corresponding mask is 255.255.255.0. Allow silent thinking before discussion. Ask a learner to justify an answer before revealing the explanation.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 the sender’s mask to its own address and the destination. Comparing the first three groups is a shortcut specific to /24, not every mask.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destination 192.168.41.80, network 192.168.41.0 differs. The ordinary host sends off-subnet traffic towards its configured local gateway. Pause for predictions before discussing the expected result.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Under the stated /24: local, remote, local. Do not accept a decision with no mask or assumption. Swap explaining and checking roles so both learners articulate the reasoning.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unique examples and full network values. Extension: explain why a different mask changes the comparison method, without adding unintroduced subnet arithmetic. Offer the relevant worked example if needed, then use a changed case to check independent understanding.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The simple comparison was based on /24. Other prefixes can make a different boundary. Give thinking time and collect reasons, without recording scores.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No. They are 192.168.41.0 and 192.168.40.0 under the sender’s /24 mask. Use the response to select the next explanation or practice activity.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c1c25f0954d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7bf8186814b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b7870fb7248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905fe4e2148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1ee5027ff43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e430307ff41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6a83ed6e74f90" /><Relationship Type="http://schemas.openxmlformats.org/officeDocument/2006/relationships/slideLayout" Target="/ppt/slideLayouts/slideLayout1.xml" Id="Ra2cf177ad7524ba4" /><Relationship Type="http://schemas.openxmlformats.org/officeDocument/2006/relationships/slideLayout" Target="/ppt/slideLayouts/slideLayout2.xml" Id="R13d022d0800b406f" /><Relationship Type="http://schemas.openxmlformats.org/officeDocument/2006/relationships/slideLayout" Target="/ppt/slideLayouts/slideLayout3.xml" Id="R022a66f602704392" /><Relationship Type="http://schemas.openxmlformats.org/officeDocument/2006/relationships/slideLayout" Target="/ppt/slideLayouts/slideLayout4.xml" Id="R36469b99be32434b" /><Relationship Type="http://schemas.openxmlformats.org/officeDocument/2006/relationships/slideLayout" Target="/ppt/slideLayouts/slideLayout5.xml" Id="R0b665fbd69e64a81" /><Relationship Type="http://schemas.openxmlformats.org/officeDocument/2006/relationships/slideLayout" Target="/ppt/slideLayouts/slideLayout6.xml" Id="Rae8e1b042a3e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f177ad7524ba4"/>
    <p:sldLayoutId xmlns:r="http://schemas.openxmlformats.org/officeDocument/2006/relationships" id="2147483650" r:id="R13d022d0800b406f"/>
    <p:sldLayoutId xmlns:r="http://schemas.openxmlformats.org/officeDocument/2006/relationships" id="2147483651" r:id="R022a66f602704392"/>
    <p:sldLayoutId xmlns:r="http://schemas.openxmlformats.org/officeDocument/2006/relationships" id="2147483652" r:id="R36469b99be32434b"/>
    <p:sldLayoutId xmlns:r="http://schemas.openxmlformats.org/officeDocument/2006/relationships" id="2147483653" r:id="R0b665fbd69e64a81"/>
    <p:sldLayoutId xmlns:r="http://schemas.openxmlformats.org/officeDocument/2006/relationships" id="2147483654" r:id="Rae8e1b042a3e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2bb0cd5704037" /><Relationship Type="http://schemas.openxmlformats.org/officeDocument/2006/relationships/notesSlide" Target="/ppt/notesSlides/notesSlide1.xml" Id="Rc64ff6cd5ccb4a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087dd9da70436d" /><Relationship Type="http://schemas.openxmlformats.org/officeDocument/2006/relationships/notesSlide" Target="/ppt/notesSlides/notesSlide2.xml" Id="R3441eaed927945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c7f751ac045a7" /><Relationship Type="http://schemas.openxmlformats.org/officeDocument/2006/relationships/notesSlide" Target="/ppt/notesSlides/notesSlide3.xml" Id="Rf33c440d0e51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b92d66e534b28" /><Relationship Type="http://schemas.openxmlformats.org/officeDocument/2006/relationships/notesSlide" Target="/ppt/notesSlides/notesSlide4.xml" Id="Rcc923bf140da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719a1f07c486d" /><Relationship Type="http://schemas.openxmlformats.org/officeDocument/2006/relationships/notesSlide" Target="/ppt/notesSlides/notesSlide5.xml" Id="R0d1cce1867c541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d765961bd4d93" /><Relationship Type="http://schemas.openxmlformats.org/officeDocument/2006/relationships/notesSlide" Target="/ppt/notesSlides/notesSlide6.xml" Id="R41fb42cc7f874d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cb4c8dd664eed" /><Relationship Type="http://schemas.openxmlformats.org/officeDocument/2006/relationships/notesSlide" Target="/ppt/notesSlides/notesSlide7.xml" Id="Rb1155bb0a5cf4a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d20714c974ed2" /><Relationship Type="http://schemas.openxmlformats.org/officeDocument/2006/relationships/notesSlide" Target="/ppt/notesSlides/notesSlide8.xml" Id="R76188cee495541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Masks and local destinations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0391F91F-C392-4697-998D-78CE326A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12 · Lesson 2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1011CFC4-97A1-43AD-B8D7-7F656467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network addresses under a /24 mask.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61BC9B3-BBC7-4CE2-98B8-0B523DF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does /24 identify?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F9B2BCB-5163-430A-AA50-45E7292F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How many bits are in an IPv4 address?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host at 192.168.40.12/24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37881-AB7B-4DA2-8750-4A4FA4D807F5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Network under /24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192.168.41.80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Routing needed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local-versus-remote comparison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0EDE95A8-2BA2-413E-8782-59B93207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the sender’s network: 192.168.40.0.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6A437844-733B-492B-B855-2C15549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Find the destination network using the same mask.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526E7219-6297-4711-B6B4-0A87AE6C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the two network addresses.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Three destinations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BB50D85-F5D2-490D-8355-40378D5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Classify 192.168.40.20 and 192.168.41.20. Also check 192.168.40.250.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384495A-6206-4017-959D-4F95220A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the full address and network each time.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007CFB63-402F-47B3-BEDA-4CFB77B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Create two local and two remote examples.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91A42CF-4C6A-4BF9-AA04-41CBF1DA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Use the same sender and /24 mask.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224E2B59-A0A0-4B94-BDF5-805E8C25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one decision in a complete sentence.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23E6DB6-B3DA-450D-9379-5DD8D02C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Two addresses share their first three groups.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E964E78-F5E6-44B9-853B-20D3984F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They must be local under every mask.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AC346719-1B44-4DFE-9927-60820167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The configured mask is still needed.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U1-W12-L02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F6C79F2-A914-47A3-8C0D-6E4936C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Is 192.168.41.12 local to 192.168.40.12/24?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6E9DBBF5-61A5-4822-B741-F09CEB86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the two network addresses.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2026-10-15T12:33:46.4900000Z</dcterms:created>
  <dcterms:modified xsi:type="dcterms:W3CDTF">2026-10-15T12:33:46.4900000Z</dcterms:modified>
</coreProperties>
</file>