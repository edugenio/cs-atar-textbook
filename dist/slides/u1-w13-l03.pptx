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489619ae844cd" /><Relationship Type="http://schemas.openxmlformats.org/officeDocument/2006/relationships/extended-properties" Target="/docProps/app.xml" Id="R8433ae70c3bd4949" /><Relationship Type="http://schemas.openxmlformats.org/officeDocument/2006/relationships/officeDocument" Target="/ppt/presentation.xml" Id="Rb2a18da2d858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b86e70b2b41ae"/>
  </p:sldMasterIdLst>
  <p:notesMasterIdLst>
    <p:notesMasterId xmlns:r="http://schemas.openxmlformats.org/officeDocument/2006/relationships" r:id="R770f66e603db4ce6"/>
  </p:notesMasterIdLst>
  <p:sldIdLst>
    <p:sldId xmlns:r="http://schemas.openxmlformats.org/officeDocument/2006/relationships" id="256" r:id="Rc96b0004dc134f81"/>
    <p:sldId xmlns:r="http://schemas.openxmlformats.org/officeDocument/2006/relationships" id="257" r:id="R9edb87e245014b12"/>
    <p:sldId xmlns:r="http://schemas.openxmlformats.org/officeDocument/2006/relationships" id="258" r:id="R799a2b6d9de84140"/>
    <p:sldId xmlns:r="http://schemas.openxmlformats.org/officeDocument/2006/relationships" id="259" r:id="R45e59bdeaf5d44e9"/>
    <p:sldId xmlns:r="http://schemas.openxmlformats.org/officeDocument/2006/relationships" id="260" r:id="R5d7954193a5f4dda"/>
    <p:sldId xmlns:r="http://schemas.openxmlformats.org/officeDocument/2006/relationships" id="261" r:id="Re8fe2f5bb5ea42e2"/>
    <p:sldId xmlns:r="http://schemas.openxmlformats.org/officeDocument/2006/relationships" id="262" r:id="Rc1b318ca582d4ba2"/>
    <p:sldId xmlns:r="http://schemas.openxmlformats.org/officeDocument/2006/relationships" id="263" r:id="R9943384bb17a45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ac27427874443" /><Relationship Type="http://schemas.openxmlformats.org/officeDocument/2006/relationships/slideMaster" Target="/ppt/slideMasters/slideMaster1.xml" Id="Rad6b86e70b2b41ae" /><Relationship Type="http://schemas.openxmlformats.org/officeDocument/2006/relationships/notesMaster" Target="/ppt/notesMasters/notesMaster1.xml" Id="R770f66e603db4ce6" /><Relationship Type="http://schemas.openxmlformats.org/officeDocument/2006/relationships/presProps" Target="/ppt/presProps.xml" Id="Rb9af21663b2d47e8" /><Relationship Type="http://schemas.openxmlformats.org/officeDocument/2006/relationships/tableStyles" Target="/ppt/tableStyles.xml" Id="R0d37cd619be544c8" /><Relationship Type="http://schemas.openxmlformats.org/officeDocument/2006/relationships/slide" Target="/ppt/slides/slide1.xml" Id="Rc96b0004dc134f81" /><Relationship Type="http://schemas.openxmlformats.org/officeDocument/2006/relationships/slide" Target="/ppt/slides/slide2.xml" Id="R9edb87e245014b12" /><Relationship Type="http://schemas.openxmlformats.org/officeDocument/2006/relationships/slide" Target="/ppt/slides/slide3.xml" Id="R799a2b6d9de84140" /><Relationship Type="http://schemas.openxmlformats.org/officeDocument/2006/relationships/slide" Target="/ppt/slides/slide4.xml" Id="R45e59bdeaf5d44e9" /><Relationship Type="http://schemas.openxmlformats.org/officeDocument/2006/relationships/slide" Target="/ppt/slides/slide5.xml" Id="R5d7954193a5f4dda" /><Relationship Type="http://schemas.openxmlformats.org/officeDocument/2006/relationships/slide" Target="/ppt/slides/slide6.xml" Id="Re8fe2f5bb5ea42e2" /><Relationship Type="http://schemas.openxmlformats.org/officeDocument/2006/relationships/slide" Target="/ppt/slides/slide7.xml" Id="Rc1b318ca582d4ba2" /><Relationship Type="http://schemas.openxmlformats.org/officeDocument/2006/relationships/slide" Target="/ppt/slides/slide8.xml" Id="R9943384bb17a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a073113a9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10b2108864442" /><Relationship Type="http://schemas.openxmlformats.org/officeDocument/2006/relationships/notesMaster" Target="/ppt/notesMasters/notesMaster1.xml" Id="Racc5b22713e8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5fe19836447cf" /><Relationship Type="http://schemas.openxmlformats.org/officeDocument/2006/relationships/notesMaster" Target="/ppt/notesMasters/notesMaster1.xml" Id="R9af204468e2846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6a242de6e4e18" /><Relationship Type="http://schemas.openxmlformats.org/officeDocument/2006/relationships/notesMaster" Target="/ppt/notesMasters/notesMaster1.xml" Id="R708fc0fa898f4a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6c5644af334887" /><Relationship Type="http://schemas.openxmlformats.org/officeDocument/2006/relationships/notesMaster" Target="/ppt/notesMasters/notesMaster1.xml" Id="R645e2f5e602844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a536538c1a4b5b" /><Relationship Type="http://schemas.openxmlformats.org/officeDocument/2006/relationships/notesMaster" Target="/ppt/notesMasters/notesMaster1.xml" Id="R114962596296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123309d3b481c" /><Relationship Type="http://schemas.openxmlformats.org/officeDocument/2006/relationships/notesMaster" Target="/ppt/notesMasters/notesMaster1.xml" Id="R30872136bd41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a29ddaf478475c" /><Relationship Type="http://schemas.openxmlformats.org/officeDocument/2006/relationships/notesMaster" Target="/ppt/notesMasters/notesMaster1.xml" Id="R37b5c6df92ca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495e6659b14225" /><Relationship Type="http://schemas.openxmlformats.org/officeDocument/2006/relationships/notesMaster" Target="/ppt/notesMasters/notesMaster1.xml" Id="Rc0f003ede09f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Match controls to unauthorised-access risks. This is ungraded textbook learning. Suggested times can be adjusted to the class.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access does not imply write permission. A firewall applies configured traffic rules, while application/file permissions control other operations. Allow silent thinking before discussion. Ask a learner to justify an answer before revealing the explanation.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least privilege as giving only required access. Distinguish permitted connectivity from permission to edit a resource.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Separate limited accounts reduce unnecessary power and improve activity attribution. Logs still need integrity and context. Pause for predictions before discussing the expected result.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web connection rule does not grant export or file-edit permission. Ask learners where each decision is enforced. Swap explaining and checking roles so both learners articulate the reasoning.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paper predictions. Keep legitimate student reading available while protecting staff changes. No live rule deployment. Offer the relevant worked example if needed, then use a changed case to check independent understanding.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Separation structures communication but its configured forwarding and permissions determine access. Give thinking time and collect reasons, without recording scores.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particular role, operation and resource, not merely the word security. Use the response to select the next explanation or practice activity.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660a7bae541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586abd4ec45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7454966fd47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5a636b34048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53e78f73c48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1505707b9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252688f064ff4" /><Relationship Type="http://schemas.openxmlformats.org/officeDocument/2006/relationships/slideLayout" Target="/ppt/slideLayouts/slideLayout1.xml" Id="R832e8fd70abf419e" /><Relationship Type="http://schemas.openxmlformats.org/officeDocument/2006/relationships/slideLayout" Target="/ppt/slideLayouts/slideLayout2.xml" Id="R6ab4268022ab4356" /><Relationship Type="http://schemas.openxmlformats.org/officeDocument/2006/relationships/slideLayout" Target="/ppt/slideLayouts/slideLayout3.xml" Id="R710ba09ca6164e83" /><Relationship Type="http://schemas.openxmlformats.org/officeDocument/2006/relationships/slideLayout" Target="/ppt/slideLayouts/slideLayout4.xml" Id="Ra1fc22915461494e" /><Relationship Type="http://schemas.openxmlformats.org/officeDocument/2006/relationships/slideLayout" Target="/ppt/slideLayouts/slideLayout5.xml" Id="Rda6691964002410b" /><Relationship Type="http://schemas.openxmlformats.org/officeDocument/2006/relationships/slideLayout" Target="/ppt/slideLayouts/slideLayout6.xml" Id="R3ac6175a579146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e8fd70abf419e"/>
    <p:sldLayoutId xmlns:r="http://schemas.openxmlformats.org/officeDocument/2006/relationships" id="2147483650" r:id="R6ab4268022ab4356"/>
    <p:sldLayoutId xmlns:r="http://schemas.openxmlformats.org/officeDocument/2006/relationships" id="2147483651" r:id="R710ba09ca6164e83"/>
    <p:sldLayoutId xmlns:r="http://schemas.openxmlformats.org/officeDocument/2006/relationships" id="2147483652" r:id="Ra1fc22915461494e"/>
    <p:sldLayoutId xmlns:r="http://schemas.openxmlformats.org/officeDocument/2006/relationships" id="2147483653" r:id="Rda6691964002410b"/>
    <p:sldLayoutId xmlns:r="http://schemas.openxmlformats.org/officeDocument/2006/relationships" id="2147483654" r:id="R3ac6175a579146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432b30ff845ff" /><Relationship Type="http://schemas.openxmlformats.org/officeDocument/2006/relationships/notesSlide" Target="/ppt/notesSlides/notesSlide1.xml" Id="R317c299b248a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31834c865436f" /><Relationship Type="http://schemas.openxmlformats.org/officeDocument/2006/relationships/notesSlide" Target="/ppt/notesSlides/notesSlide2.xml" Id="R385fab31398e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8a80223724c2a" /><Relationship Type="http://schemas.openxmlformats.org/officeDocument/2006/relationships/notesSlide" Target="/ppt/notesSlides/notesSlide3.xml" Id="R46ad273e21b3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762c4061c4480" /><Relationship Type="http://schemas.openxmlformats.org/officeDocument/2006/relationships/notesSlide" Target="/ppt/notesSlides/notesSlide4.xml" Id="Rb5ebb12b358249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65d159492469b" /><Relationship Type="http://schemas.openxmlformats.org/officeDocument/2006/relationships/notesSlide" Target="/ppt/notesSlides/notesSlide5.xml" Id="R9d7263f2e99d47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0f9769d8d4570" /><Relationship Type="http://schemas.openxmlformats.org/officeDocument/2006/relationships/notesSlide" Target="/ppt/notesSlides/notesSlide6.xml" Id="R7276350a4934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caa7ca9fb414d" /><Relationship Type="http://schemas.openxmlformats.org/officeDocument/2006/relationships/notesSlide" Target="/ppt/notesSlides/notesSlide7.xml" Id="R20057f6bc4754a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688fdfead46e0" /><Relationship Type="http://schemas.openxmlformats.org/officeDocument/2006/relationships/notesSlide" Target="/ppt/notesSlides/notesSlide8.xml" Id="R626845d2d4d347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Access controls in a network design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FDAFCBF7-ECAC-4482-A312-3740DF5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13 · Lesson 3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5A4A00E9-537B-4E60-9962-F020BBE5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Match controls to unauthorised-access risks.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8B071678-AE91-450A-9638-5B1E3EDA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Should reading resources also permit changing staff files?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6F7E116-849A-49FF-847C-FBFD1494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a firewall rule decide?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Threat and control links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CC83-06D9-4E33-BDB4-0A5343090EBA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 or risk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control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Students read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Limited individual permissions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Configuration must be checked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Guest isolation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Separate network and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Separation alone is insufficient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Unwanted traffic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Narrow firewall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Allowed traffic can still be harmful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Software flaws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Managed updates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New flaws may remain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shared administrator login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4798B4AB-CB9C-4E90-A8C0-8D394AA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Several learners use one administrator account.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C377722-BD27-43EE-9A4F-9EC6A35A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excessive privilege and weak accountability.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1969929-F121-404E-BA03-C2C4EEC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Propose a narrower access arrangement.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rule with a purpose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262772E-1EA1-4948-B6E6-0B0C256C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a required connection.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984C866-93F5-44FD-B601-94C9D55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an unwanted operation.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1AA7CCC-DC6D-4524-A8D3-E4F93907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controls at the relevant boundaries.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86A8FB3-B274-40CC-AE83-BA9BFEA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two controls for the library.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54D4AB2-26E4-48A7-84A5-BBC645F5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threat each addresses.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6ED4E29D-17EE-4360-826D-BC392C35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one allowed and one refused test.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76C68C8-084A-483E-8EAC-D3AE3A66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Guest devices use a separate network.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665AAD0-9497-49F3-8E58-449028FB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No further access policy is needed.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D4128117-2E48-4AFA-B03A-4CB171C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Rules must still enforce the intended boundary.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U1-W13-L03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E4863EB-6495-4104-BB7E-D6971CA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least privilege using the library.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106EF29-D745-4452-AB0C-80A5691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a limitation of one proposed control.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2026-10-15T12:28:39.3790000Z</dcterms:created>
  <dcterms:modified xsi:type="dcterms:W3CDTF">2026-10-15T12:28:39.3790000Z</dcterms:modified>
</coreProperties>
</file>