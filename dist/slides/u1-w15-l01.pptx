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67ebd214f946e9" /><Relationship Type="http://schemas.openxmlformats.org/officeDocument/2006/relationships/extended-properties" Target="/docProps/app.xml" Id="R41e65ad77d5b4f1c" /><Relationship Type="http://schemas.openxmlformats.org/officeDocument/2006/relationships/officeDocument" Target="/ppt/presentation.xml" Id="Rd01872443acd4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5271ff5aa14cd5"/>
  </p:sldMasterIdLst>
  <p:notesMasterIdLst>
    <p:notesMasterId xmlns:r="http://schemas.openxmlformats.org/officeDocument/2006/relationships" r:id="R1afe4159c3194e0e"/>
  </p:notesMasterIdLst>
  <p:sldIdLst>
    <p:sldId xmlns:r="http://schemas.openxmlformats.org/officeDocument/2006/relationships" id="256" r:id="Ra856c5ffafbd473b"/>
    <p:sldId xmlns:r="http://schemas.openxmlformats.org/officeDocument/2006/relationships" id="257" r:id="R37346e0f54054508"/>
    <p:sldId xmlns:r="http://schemas.openxmlformats.org/officeDocument/2006/relationships" id="258" r:id="Rd58d69bf70d2447d"/>
    <p:sldId xmlns:r="http://schemas.openxmlformats.org/officeDocument/2006/relationships" id="259" r:id="R0a0967a5f1f549e5"/>
    <p:sldId xmlns:r="http://schemas.openxmlformats.org/officeDocument/2006/relationships" id="260" r:id="R205176f089cf4420"/>
    <p:sldId xmlns:r="http://schemas.openxmlformats.org/officeDocument/2006/relationships" id="261" r:id="R09eebddb46e74c8f"/>
    <p:sldId xmlns:r="http://schemas.openxmlformats.org/officeDocument/2006/relationships" id="262" r:id="Rb183ff748d8d4d23"/>
    <p:sldId xmlns:r="http://schemas.openxmlformats.org/officeDocument/2006/relationships" id="263" r:id="R7af5a01a26f548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0f8a9cce114cfd" /><Relationship Type="http://schemas.openxmlformats.org/officeDocument/2006/relationships/slideMaster" Target="/ppt/slideMasters/slideMaster1.xml" Id="R195271ff5aa14cd5" /><Relationship Type="http://schemas.openxmlformats.org/officeDocument/2006/relationships/notesMaster" Target="/ppt/notesMasters/notesMaster1.xml" Id="R1afe4159c3194e0e" /><Relationship Type="http://schemas.openxmlformats.org/officeDocument/2006/relationships/presProps" Target="/ppt/presProps.xml" Id="R4fe5f20a1a8748fe" /><Relationship Type="http://schemas.openxmlformats.org/officeDocument/2006/relationships/tableStyles" Target="/ppt/tableStyles.xml" Id="R85882bf505d84a25" /><Relationship Type="http://schemas.openxmlformats.org/officeDocument/2006/relationships/slide" Target="/ppt/slides/slide1.xml" Id="Ra856c5ffafbd473b" /><Relationship Type="http://schemas.openxmlformats.org/officeDocument/2006/relationships/slide" Target="/ppt/slides/slide2.xml" Id="R37346e0f54054508" /><Relationship Type="http://schemas.openxmlformats.org/officeDocument/2006/relationships/slide" Target="/ppt/slides/slide3.xml" Id="Rd58d69bf70d2447d" /><Relationship Type="http://schemas.openxmlformats.org/officeDocument/2006/relationships/slide" Target="/ppt/slides/slide4.xml" Id="R0a0967a5f1f549e5" /><Relationship Type="http://schemas.openxmlformats.org/officeDocument/2006/relationships/slide" Target="/ppt/slides/slide5.xml" Id="R205176f089cf4420" /><Relationship Type="http://schemas.openxmlformats.org/officeDocument/2006/relationships/slide" Target="/ppt/slides/slide6.xml" Id="R09eebddb46e74c8f" /><Relationship Type="http://schemas.openxmlformats.org/officeDocument/2006/relationships/slide" Target="/ppt/slides/slide7.xml" Id="Rb183ff748d8d4d23" /><Relationship Type="http://schemas.openxmlformats.org/officeDocument/2006/relationships/slide" Target="/ppt/slides/slide8.xml" Id="R7af5a01a26f548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3397a6b0e2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4781920f324ab3" /><Relationship Type="http://schemas.openxmlformats.org/officeDocument/2006/relationships/notesMaster" Target="/ppt/notesMasters/notesMaster1.xml" Id="R3e6c415d8c6046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c99c11c9784fd0" /><Relationship Type="http://schemas.openxmlformats.org/officeDocument/2006/relationships/notesMaster" Target="/ppt/notesMasters/notesMaster1.xml" Id="R1cee7bc17782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adff986853427b" /><Relationship Type="http://schemas.openxmlformats.org/officeDocument/2006/relationships/notesMaster" Target="/ppt/notesMasters/notesMaster1.xml" Id="R0f70f03be54042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cd81d0b0e548f6" /><Relationship Type="http://schemas.openxmlformats.org/officeDocument/2006/relationships/notesMaster" Target="/ppt/notesMasters/notesMaster1.xml" Id="R578c6e5ac56b4f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5ef2c39a7e4b55" /><Relationship Type="http://schemas.openxmlformats.org/officeDocument/2006/relationships/notesMaster" Target="/ppt/notesMasters/notesMaster1.xml" Id="R22ad2a052cf445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99fc8eeb87432a" /><Relationship Type="http://schemas.openxmlformats.org/officeDocument/2006/relationships/notesMaster" Target="/ppt/notesMasters/notesMaster1.xml" Id="R76faed9b2e674b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2bf9fb9cd54d81" /><Relationship Type="http://schemas.openxmlformats.org/officeDocument/2006/relationships/notesMaster" Target="/ppt/notesMasters/notesMaster1.xml" Id="R8a56b790b3aa4c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5825aa961644cc" /><Relationship Type="http://schemas.openxmlformats.org/officeDocument/2006/relationships/notesMaster" Target="/ppt/notesMasters/notesMaster1.xml" Id="R77fd04d46bc942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Identify a specific skill to practise using evidence. This is ungraded textbook learning. Suggested times can be adjusted to the class.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brief mixed prompts. Ask for reasoning before showing answers. The purpose is to choose practice, not rank students. Allow silent thinking before discussion. Ask a learner to justify an answer before revealing the explanation.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existing consolidation chapter. Choose stations from actual errors rather than attempting every activity superficially.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a small, observable learning need. An explanation with a correct changed example provides better evidence than a broad self-label. Pause for predictions before discussing the expected result.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[8,3,6] index 1 equals 3, and total &gt;= 50 includes 50. Ask students to explain why, then change the values. Swap explaining and checking roles so both learners articulate the reasoning.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 students to separate knowledge gaps, tracing errors and unclear explanations. Keep goals small enough for the remaining lessons. Offer the relevant worked example if needed, then use a changed case to check independent understanding.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Targeted practice responds to the evidence while mixed retrieval still checks other areas. Give thinking time and collect reasons, without recording scores.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useful plan connects the particular error, the practice task and an observable corrected result. Use the response to select the next explanation or practice activity.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adb0196d443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b59f5562844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eb9d2374646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bbe8ac23642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dcd19c1c24f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a2d5a719046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c226ee362b4d6c" /><Relationship Type="http://schemas.openxmlformats.org/officeDocument/2006/relationships/slideLayout" Target="/ppt/slideLayouts/slideLayout1.xml" Id="Rfa4aae07857e475c" /><Relationship Type="http://schemas.openxmlformats.org/officeDocument/2006/relationships/slideLayout" Target="/ppt/slideLayouts/slideLayout2.xml" Id="R91f4b7c601b449a4" /><Relationship Type="http://schemas.openxmlformats.org/officeDocument/2006/relationships/slideLayout" Target="/ppt/slideLayouts/slideLayout3.xml" Id="Rb9ed68a5648f470a" /><Relationship Type="http://schemas.openxmlformats.org/officeDocument/2006/relationships/slideLayout" Target="/ppt/slideLayouts/slideLayout4.xml" Id="Rbf3c61330737475f" /><Relationship Type="http://schemas.openxmlformats.org/officeDocument/2006/relationships/slideLayout" Target="/ppt/slideLayouts/slideLayout5.xml" Id="R6c30c1d9c1d04a91" /><Relationship Type="http://schemas.openxmlformats.org/officeDocument/2006/relationships/slideLayout" Target="/ppt/slideLayouts/slideLayout6.xml" Id="Rb810a9b23d9147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4aae07857e475c"/>
    <p:sldLayoutId xmlns:r="http://schemas.openxmlformats.org/officeDocument/2006/relationships" id="2147483650" r:id="R91f4b7c601b449a4"/>
    <p:sldLayoutId xmlns:r="http://schemas.openxmlformats.org/officeDocument/2006/relationships" id="2147483651" r:id="Rb9ed68a5648f470a"/>
    <p:sldLayoutId xmlns:r="http://schemas.openxmlformats.org/officeDocument/2006/relationships" id="2147483652" r:id="Rbf3c61330737475f"/>
    <p:sldLayoutId xmlns:r="http://schemas.openxmlformats.org/officeDocument/2006/relationships" id="2147483653" r:id="R6c30c1d9c1d04a91"/>
    <p:sldLayoutId xmlns:r="http://schemas.openxmlformats.org/officeDocument/2006/relationships" id="2147483654" r:id="Rb810a9b23d9147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2718e38fd4b73" /><Relationship Type="http://schemas.openxmlformats.org/officeDocument/2006/relationships/notesSlide" Target="/ppt/notesSlides/notesSlide1.xml" Id="R9d608ceb331345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87962cbaa475a" /><Relationship Type="http://schemas.openxmlformats.org/officeDocument/2006/relationships/notesSlide" Target="/ppt/notesSlides/notesSlide2.xml" Id="R3b16db3d2e9348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8eadd47b545bc" /><Relationship Type="http://schemas.openxmlformats.org/officeDocument/2006/relationships/notesSlide" Target="/ppt/notesSlides/notesSlide3.xml" Id="R1402caee22d24e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3e4d41b714f29" /><Relationship Type="http://schemas.openxmlformats.org/officeDocument/2006/relationships/notesSlide" Target="/ppt/notesSlides/notesSlide4.xml" Id="R9ba3b76ed0984f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d12af0cfd44af" /><Relationship Type="http://schemas.openxmlformats.org/officeDocument/2006/relationships/notesSlide" Target="/ppt/notesSlides/notesSlide5.xml" Id="R6f39dc8f00a04d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267b1cad343d3" /><Relationship Type="http://schemas.openxmlformats.org/officeDocument/2006/relationships/notesSlide" Target="/ppt/notesSlides/notesSlide6.xml" Id="R0b6b7281879543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6f963554d4e6a" /><Relationship Type="http://schemas.openxmlformats.org/officeDocument/2006/relationships/notesSlide" Target="/ppt/notesSlides/notesSlide7.xml" Id="Rb00d851fd88748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10ddc967f48fa" /><Relationship Type="http://schemas.openxmlformats.org/officeDocument/2006/relationships/notesSlide" Target="/ppt/notesSlides/notesSlide8.xml" Id="R853c8e5f435f48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Unit 1 retrieval and practice priorities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U1-W15-L01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9CAF310A-A7B6-4B56-BF06-E534EBA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15 · Lesson 1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8662FD6E-1C38-408E-B7CA-D91F2D95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Identify a specific skill to practise using evidence.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U1-W15-L01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23AB9413-36D5-4632-8D06-26086473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one comparison and one loop update.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DD78216F-13D0-4A89-A060-4B4D9427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a local versus remote destination.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Consolidation stations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U1-W15-L01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60B4B-DDBB-401E-A268-6088835AEC18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Station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Selection and boundaries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Array traversal and extrema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Debugging and correction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Files, project and source 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Networking and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useful priority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U1-W15-L01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CC9D08D6-367C-4AAF-8532-26D5EFAD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Broad label: I am bad at arrays.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632FAC86-3CC3-4F51-9A15-381E3AAA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Specific priority: I confuse index and value.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7963056E-E226-4E5A-940E-70DD61DC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Practice: trace a first maximum with a tie.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short mixed check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U1-W15-L01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C6FF925-7810-427C-B2B1-789F30A1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Try an index question and a boundary question.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5F1364F5-7346-4AC3-8B71-77C145F9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your reasoning with a partner.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381AB22B-3647-475C-94A7-77C98F66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with the chapter’s explanations.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U1-W15-L01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AF3BBFAC-F86D-438F-B615-BBDA6FC9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Choose two evidence-based practice priorities.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C21AB99A-0DED-4B0B-9886-5A42B524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Select matching chapter stations.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0F7CC275-BD52-4684-8CDD-33036CB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Write an expected outcome for each activity.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U1-W15-L01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2C95FE3-711C-489F-B5C4-6F58888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test answer is wrong.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3553E1F1-07A5-485B-98E0-D0B58CBC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Practise every topic for the same time.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77C39E75-78E5-4A2F-B6FB-E463F6EC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Identify the mistaken step and choose matching practice.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U1-W15-L01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C8A903BE-9611-4EAD-805A-A2FFE584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Name one priority and the evidence for it.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9E6021B0-BF99-4C0A-86FC-DC017DD6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the activity you will try next.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2026-10-15T12:29:05.4430000Z</dcterms:created>
  <dcterms:modified xsi:type="dcterms:W3CDTF">2026-10-15T12:29:05.4430000Z</dcterms:modified>
</coreProperties>
</file>