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67ebd214f946e9" /><Relationship Type="http://schemas.openxmlformats.org/officeDocument/2006/relationships/extended-properties" Target="/docProps/app.xml" Id="R41e65ad77d5b4f1c" /><Relationship Type="http://schemas.openxmlformats.org/officeDocument/2006/relationships/officeDocument" Target="/ppt/presentation.xml" Id="Rd01872443acd40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95271ff5aa14cd5"/>
  </p:sldMasterIdLst>
  <p:notesMasterIdLst>
    <p:notesMasterId xmlns:r="http://schemas.openxmlformats.org/officeDocument/2006/relationships" r:id="R1afe4159c3194e0e"/>
  </p:notesMasterIdLst>
  <p:sldIdLst>
    <p:sldId xmlns:r="http://schemas.openxmlformats.org/officeDocument/2006/relationships" id="256" r:id="Ra856c5ffafbd473b"/>
    <p:sldId xmlns:r="http://schemas.openxmlformats.org/officeDocument/2006/relationships" id="257" r:id="R37346e0f54054508"/>
    <p:sldId xmlns:r="http://schemas.openxmlformats.org/officeDocument/2006/relationships" id="258" r:id="Rd58d69bf70d2447d"/>
    <p:sldId xmlns:r="http://schemas.openxmlformats.org/officeDocument/2006/relationships" id="259" r:id="R0a0967a5f1f549e5"/>
    <p:sldId xmlns:r="http://schemas.openxmlformats.org/officeDocument/2006/relationships" id="260" r:id="R205176f089cf4420"/>
    <p:sldId xmlns:r="http://schemas.openxmlformats.org/officeDocument/2006/relationships" id="261" r:id="R09eebddb46e74c8f"/>
    <p:sldId xmlns:r="http://schemas.openxmlformats.org/officeDocument/2006/relationships" id="262" r:id="Rb183ff748d8d4d23"/>
    <p:sldId xmlns:r="http://schemas.openxmlformats.org/officeDocument/2006/relationships" id="263" r:id="R7af5a01a26f548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0f8a9cce114cfd" /><Relationship Type="http://schemas.openxmlformats.org/officeDocument/2006/relationships/slideMaster" Target="/ppt/slideMasters/slideMaster1.xml" Id="R195271ff5aa14cd5" /><Relationship Type="http://schemas.openxmlformats.org/officeDocument/2006/relationships/notesMaster" Target="/ppt/notesMasters/notesMaster1.xml" Id="R1afe4159c3194e0e" /><Relationship Type="http://schemas.openxmlformats.org/officeDocument/2006/relationships/presProps" Target="/ppt/presProps.xml" Id="R4fe5f20a1a8748fe" /><Relationship Type="http://schemas.openxmlformats.org/officeDocument/2006/relationships/tableStyles" Target="/ppt/tableStyles.xml" Id="R85882bf505d84a25" /><Relationship Type="http://schemas.openxmlformats.org/officeDocument/2006/relationships/slide" Target="/ppt/slides/slide1.xml" Id="Ra856c5ffafbd473b" /><Relationship Type="http://schemas.openxmlformats.org/officeDocument/2006/relationships/slide" Target="/ppt/slides/slide2.xml" Id="R37346e0f54054508" /><Relationship Type="http://schemas.openxmlformats.org/officeDocument/2006/relationships/slide" Target="/ppt/slides/slide3.xml" Id="Rd58d69bf70d2447d" /><Relationship Type="http://schemas.openxmlformats.org/officeDocument/2006/relationships/slide" Target="/ppt/slides/slide4.xml" Id="R0a0967a5f1f549e5" /><Relationship Type="http://schemas.openxmlformats.org/officeDocument/2006/relationships/slide" Target="/ppt/slides/slide5.xml" Id="R205176f089cf4420" /><Relationship Type="http://schemas.openxmlformats.org/officeDocument/2006/relationships/slide" Target="/ppt/slides/slide6.xml" Id="R09eebddb46e74c8f" /><Relationship Type="http://schemas.openxmlformats.org/officeDocument/2006/relationships/slide" Target="/ppt/slides/slide7.xml" Id="Rb183ff748d8d4d23" /><Relationship Type="http://schemas.openxmlformats.org/officeDocument/2006/relationships/slide" Target="/ppt/slides/slide8.xml" Id="R7af5a01a26f548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3397a6b0e24b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4781920f324ab3" /><Relationship Type="http://schemas.openxmlformats.org/officeDocument/2006/relationships/notesMaster" Target="/ppt/notesMasters/notesMaster1.xml" Id="R3e6c415d8c6046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c99c11c9784fd0" /><Relationship Type="http://schemas.openxmlformats.org/officeDocument/2006/relationships/notesMaster" Target="/ppt/notesMasters/notesMaster1.xml" Id="R1cee7bc177824f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adff986853427b" /><Relationship Type="http://schemas.openxmlformats.org/officeDocument/2006/relationships/notesMaster" Target="/ppt/notesMasters/notesMaster1.xml" Id="R0f70f03be54042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cd81d0b0e548f6" /><Relationship Type="http://schemas.openxmlformats.org/officeDocument/2006/relationships/notesMaster" Target="/ppt/notesMasters/notesMaster1.xml" Id="R578c6e5ac56b4f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5ef2c39a7e4b55" /><Relationship Type="http://schemas.openxmlformats.org/officeDocument/2006/relationships/notesMaster" Target="/ppt/notesMasters/notesMaster1.xml" Id="R22ad2a052cf445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99fc8eeb87432a" /><Relationship Type="http://schemas.openxmlformats.org/officeDocument/2006/relationships/notesMaster" Target="/ppt/notesMasters/notesMaster1.xml" Id="R76faed9b2e674b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2bf9fb9cd54d81" /><Relationship Type="http://schemas.openxmlformats.org/officeDocument/2006/relationships/notesMaster" Target="/ppt/notesMasters/notesMaster1.xml" Id="R8a56b790b3aa4c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5825aa961644cc" /><Relationship Type="http://schemas.openxmlformats.org/officeDocument/2006/relationships/notesMaster" Target="/ppt/notesMasters/notesMaster1.xml" Id="R77fd04d46bc942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intention</a:t>
            </a:r>
          </a:p>
          <a:p xmlns:a="http://schemas.openxmlformats.org/drawingml/2006/main">
            <a:r>
              <a:t>Suggested time: 2 minutes.</a:t>
            </a:r>
          </a:p>
          <a:p xmlns:a="http://schemas.openxmlformats.org/drawingml/2006/main">
            <a:r>
              <a:t>Prepare: Open the consolidation chapter and its learning resources. Use paper or a local editor as appropriate, with fictional data and disposable practice copies. The suggested 55-minute lesson is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 the goal and the expected independent outcome. Identify a specific skill to practice using evidence. This is ungraded textbook learning. Suggested times can be adjusted to the class. Teaching reference: https://edugenio.github.io/cs-atar-textbook/#consolidation. Use the current chapter and its linked resources.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Individual retrieval, then partner comparison</a:t>
            </a:r>
          </a:p>
          <a:p xmlns:a="http://schemas.openxmlformats.org/drawingml/2006/main">
            <a:r>
              <a:t>Suggested time: 5 minutes.</a:t>
            </a:r>
          </a:p>
          <a:p xmlns:a="http://schemas.openxmlformats.org/drawingml/2006/main">
            <a:r>
              <a:t>Prepare: Open the consolidation chapter and its learning resources. Use paper or a local editor as appropriate, with fictional data and disposable practice copies. The suggested 55-minute lesson is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brief mixed prompts. Ask for reasoning before showing answers. The purpose is to choose practice, not rank students. Allow silent thinking before discussion. Ask a learner to justify an answer before revealing the explanation. Teaching reference: https://edugenio.github.io/cs-atar-textbook/#consolidation. Use the current chapter and its linked resources.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Worked table and teacher explanation</a:t>
            </a:r>
          </a:p>
          <a:p xmlns:a="http://schemas.openxmlformats.org/drawingml/2006/main">
            <a:r>
              <a:t>Suggested time: 6 minutes.</a:t>
            </a:r>
          </a:p>
          <a:p xmlns:a="http://schemas.openxmlformats.org/drawingml/2006/main">
            <a:r>
              <a:t>Prepare: Open the consolidation chapter and its learning resources. Use paper or a local editor as appropriate, with fictional data and disposable practice copies. The suggested 55-minute lesson is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the existing consolidation chapter. Choose stations from actual errors rather than attempting every activity superficially. Teaching reference: https://edugenio.github.io/cs-atar-textbook/#consolidation. Use the current chapter and its linked resources.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Predict, model and explain</a:t>
            </a:r>
          </a:p>
          <a:p xmlns:a="http://schemas.openxmlformats.org/drawingml/2006/main">
            <a:r>
              <a:t>Suggested time: 10 minutes.</a:t>
            </a:r>
          </a:p>
          <a:p xmlns:a="http://schemas.openxmlformats.org/drawingml/2006/main">
            <a:r>
              <a:t>Prepare: Open the consolidation chapter and its learning resources. Use paper or a local editor as appropriate, with fictional data and disposable practice copies. The suggested 55-minute lesson is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Model a small, observable learning need. An explanation with a correct changed example provides better evidence than a broad self-label. Pause for predictions before discussing the expected result. Teaching reference: https://edugenio.github.io/cs-atar-textbook/#consolidation. Use the current chapter and its linked resources.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Guided paired practice</a:t>
            </a:r>
          </a:p>
          <a:p xmlns:a="http://schemas.openxmlformats.org/drawingml/2006/main">
            <a:r>
              <a:t>Suggested time: 10 minutes.</a:t>
            </a:r>
          </a:p>
          <a:p xmlns:a="http://schemas.openxmlformats.org/drawingml/2006/main">
            <a:r>
              <a:t>Prepare: Open the consolidation chapter and its learning resources. Use paper or a local editor as appropriate, with fictional data and disposable practice copies. The suggested 55-minute lesson is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[8,3,6] index 1 equals 3, and total &gt;= 50 includes 50. Ask students to explain why, then change the values. Swap explaining and checking roles so both learners articulate the reasoning. Teaching reference: https://edugenio.github.io/cs-atar-textbook/#consolidation. Use the current chapter and its linked resources.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Independent application with optional support</a:t>
            </a:r>
          </a:p>
          <a:p xmlns:a="http://schemas.openxmlformats.org/drawingml/2006/main">
            <a:r>
              <a:t>Suggested time: 12 minutes.</a:t>
            </a:r>
          </a:p>
          <a:p xmlns:a="http://schemas.openxmlformats.org/drawingml/2006/main">
            <a:r>
              <a:t>Prepare: Open the consolidation chapter and its learning resources. Use paper or a local editor as appropriate, with fictional data and disposable practice copies. The suggested 55-minute lesson is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Support students to separate knowledge gaps, tracing errors and unclear explanations. Keep goals small enough for the remaining lessons. Offer the relevant worked example if needed, then use a changed case to check independent understanding. Teaching reference: https://edugenio.github.io/cs-atar-textbook/#consolidation. Use the current chapter and its linked resources.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Whole-class response and justification</a:t>
            </a:r>
          </a:p>
          <a:p xmlns:a="http://schemas.openxmlformats.org/drawingml/2006/main">
            <a:r>
              <a:t>Suggested time: 5 minutes.</a:t>
            </a:r>
          </a:p>
          <a:p xmlns:a="http://schemas.openxmlformats.org/drawingml/2006/main">
            <a:r>
              <a:t>Prepare: Open the consolidation chapter and its learning resources. Use paper or a local editor as appropriate, with fictional data and disposable practice copies. The suggested 55-minute lesson is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B. Targeted practice responds to the evidence while mixed retrieval still checks other areas. Give thinking time and collect reasons, without recording scores. Teaching reference: https://edugenio.github.io/cs-atar-textbook/#consolidation. Use the current chapter and its linked resources.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Individual reflection and fresh explanation</a:t>
            </a:r>
          </a:p>
          <a:p xmlns:a="http://schemas.openxmlformats.org/drawingml/2006/main">
            <a:r>
              <a:t>Suggested time: 5 minutes.</a:t>
            </a:r>
          </a:p>
          <a:p xmlns:a="http://schemas.openxmlformats.org/drawingml/2006/main">
            <a:r>
              <a:t>Prepare: Open the consolidation chapter and its learning resources. Use paper or a local editor as appropriate, with fictional data and disposable practice copies. The suggested 55-minute lesson is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useful plan connects the particular error, the practice task and an observable corrected result. Use the response to select the next explanation or practice activity. Teaching reference: https://edugenio.github.io/cs-atar-textbook/#consolidation. Use the current chapter and its linked resources.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badb0196d443c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b59f55628443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7eb9d2374646f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8bbe8ac23642b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6dcd19c1c24f5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ea2d5a7190466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6DC7E6F-871F-4428-A6D7-0125938354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7D378CF-F25D-4FEF-829A-757FD377754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F451CC6-B5A9-4740-B47B-FBC2632A7A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140A65A-4C54-4F15-BA40-C46336F57B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E17DCF6-9D98-44F3-AC1E-5CC1C5C01E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6A0F398-F40C-47D6-A95D-B81130FA50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9F43F79-574C-48AB-AE90-323F0E6EF5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7B6732-FC7C-4512-ACB8-9B20D6E4881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63A364-26A4-4B6B-92EF-36409E0F8C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33DDEE7-6E63-4364-B219-0A953CD908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c226ee362b4d6c" /><Relationship Type="http://schemas.openxmlformats.org/officeDocument/2006/relationships/slideLayout" Target="/ppt/slideLayouts/slideLayout1.xml" Id="Rfa4aae07857e475c" /><Relationship Type="http://schemas.openxmlformats.org/officeDocument/2006/relationships/slideLayout" Target="/ppt/slideLayouts/slideLayout2.xml" Id="R91f4b7c601b449a4" /><Relationship Type="http://schemas.openxmlformats.org/officeDocument/2006/relationships/slideLayout" Target="/ppt/slideLayouts/slideLayout3.xml" Id="Rb9ed68a5648f470a" /><Relationship Type="http://schemas.openxmlformats.org/officeDocument/2006/relationships/slideLayout" Target="/ppt/slideLayouts/slideLayout4.xml" Id="Rbf3c61330737475f" /><Relationship Type="http://schemas.openxmlformats.org/officeDocument/2006/relationships/slideLayout" Target="/ppt/slideLayouts/slideLayout5.xml" Id="R6c30c1d9c1d04a91" /><Relationship Type="http://schemas.openxmlformats.org/officeDocument/2006/relationships/slideLayout" Target="/ppt/slideLayouts/slideLayout6.xml" Id="Rb810a9b23d9147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4aae07857e475c"/>
    <p:sldLayoutId xmlns:r="http://schemas.openxmlformats.org/officeDocument/2006/relationships" id="2147483650" r:id="R91f4b7c601b449a4"/>
    <p:sldLayoutId xmlns:r="http://schemas.openxmlformats.org/officeDocument/2006/relationships" id="2147483651" r:id="Rb9ed68a5648f470a"/>
    <p:sldLayoutId xmlns:r="http://schemas.openxmlformats.org/officeDocument/2006/relationships" id="2147483652" r:id="Rbf3c61330737475f"/>
    <p:sldLayoutId xmlns:r="http://schemas.openxmlformats.org/officeDocument/2006/relationships" id="2147483653" r:id="R6c30c1d9c1d04a91"/>
    <p:sldLayoutId xmlns:r="http://schemas.openxmlformats.org/officeDocument/2006/relationships" id="2147483654" r:id="Rb810a9b23d9147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92718e38fd4b73" /><Relationship Type="http://schemas.openxmlformats.org/officeDocument/2006/relationships/notesSlide" Target="/ppt/notesSlides/notesSlide1.xml" Id="R9d608ceb331345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387962cbaa475a" /><Relationship Type="http://schemas.openxmlformats.org/officeDocument/2006/relationships/notesSlide" Target="/ppt/notesSlides/notesSlide2.xml" Id="R3b16db3d2e9348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08eadd47b545bc" /><Relationship Type="http://schemas.openxmlformats.org/officeDocument/2006/relationships/notesSlide" Target="/ppt/notesSlides/notesSlide3.xml" Id="R1402caee22d24e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03e4d41b714f29" /><Relationship Type="http://schemas.openxmlformats.org/officeDocument/2006/relationships/notesSlide" Target="/ppt/notesSlides/notesSlide4.xml" Id="R9ba3b76ed0984f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0d12af0cfd44af" /><Relationship Type="http://schemas.openxmlformats.org/officeDocument/2006/relationships/notesSlide" Target="/ppt/notesSlides/notesSlide5.xml" Id="R6f39dc8f00a04d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d267b1cad343d3" /><Relationship Type="http://schemas.openxmlformats.org/officeDocument/2006/relationships/notesSlide" Target="/ppt/notesSlides/notesSlide6.xml" Id="R0b6b7281879543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a6f963554d4e6a" /><Relationship Type="http://schemas.openxmlformats.org/officeDocument/2006/relationships/notesSlide" Target="/ppt/notesSlides/notesSlide7.xml" Id="Rb00d851fd88748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910ddc967f48fa" /><Relationship Type="http://schemas.openxmlformats.org/officeDocument/2006/relationships/notesSlide" Target="/ppt/notesSlides/notesSlide8.xml" Id="R853c8e5f435f48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sting, correction and retesting">
            <a:extLst xmlns:a="http://schemas.openxmlformats.org/drawingml/2006/main">
              <a:ext uri="{FF2B5EF4-FFF2-40B4-BE49-F238E27FC236}">
                <a16:creationId xmlns:a16="http://schemas.microsoft.com/office/drawing/2014/main" id="{AFCDDBCA-4539-4B5E-8F06-17FFB22BAE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2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Unit 1 retrieval and practice priorities</a:t>
            </a:r>
          </a:p>
        </p:txBody>
      </p:sp>
      <p:sp>
        <p:nvSpPr>
          <p:cNvPr id="4" name="U1-W10-L02  ·  1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E5842E5C-DF93-4156-9D76-9E1D0093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U1-W15-L01  ·  1/8  ·  Content CC BY 4.0 / code MIT</a:t>
            </a:r>
          </a:p>
        </p:txBody>
      </p:sp>
      <p:sp>
        <p:nvSpPr>
          <p:cNvPr id="6" name="Body 1">
            <a:extLst xmlns:a="http://schemas.openxmlformats.org/drawingml/2006/main">
              <a:ext uri="{FF2B5EF4-FFF2-40B4-BE49-F238E27FC236}">
                <a16:creationId xmlns:a16="http://schemas.microsoft.com/office/drawing/2014/main" id="{9CAF310A-A7B6-4B56-BF06-E534EBA2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Unit 1 · Week 15 · Lesson 1</a:t>
            </a:r>
          </a:p>
        </p:txBody>
      </p:sp>
      <p:sp>
        <p:nvSpPr>
          <p:cNvPr id="7" name="Body 2">
            <a:extLst xmlns:a="http://schemas.openxmlformats.org/drawingml/2006/main">
              <a:ext uri="{FF2B5EF4-FFF2-40B4-BE49-F238E27FC236}">
                <a16:creationId xmlns:a16="http://schemas.microsoft.com/office/drawing/2014/main" id="{8662FD6E-1C38-408E-B7CA-D91F2D95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Identify a specific skill to practice using evidence.</a:t>
            </a:r>
          </a:p>
        </p:txBody>
      </p:sp>
    </p:spTree>
    <p:extLst>
      <p:ext uri="{BB962C8B-B14F-4D97-AF65-F5344CB8AC3E}">
        <p14:creationId xmlns:p14="http://schemas.microsoft.com/office/powerpoint/2010/main" val="1626567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trieval: useful test evidence">
            <a:extLst xmlns:a="http://schemas.openxmlformats.org/drawingml/2006/main">
              <a:ext uri="{FF2B5EF4-FFF2-40B4-BE49-F238E27FC236}">
                <a16:creationId xmlns:a16="http://schemas.microsoft.com/office/drawing/2014/main" id="{53820A5D-62A5-4E0F-AF10-C2BC187D61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Retrieval and explanation</a:t>
            </a:r>
          </a:p>
        </p:txBody>
      </p:sp>
      <p:sp>
        <p:nvSpPr>
          <p:cNvPr id="6" name="U1-W10-L02  ·  2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EE8ED621-960B-4675-9E73-7BB4FE43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U1-W15-L01  ·  2/8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23AB9413-36D5-4632-8D06-26086473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Trace one comparison and one loop update.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DD78216F-13D0-4A89-A060-4B4D9427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Explain a local versus remote destination.</a:t>
            </a:r>
          </a:p>
        </p:txBody>
      </p:sp>
    </p:spTree>
    <p:extLst>
      <p:ext uri="{BB962C8B-B14F-4D97-AF65-F5344CB8AC3E}">
        <p14:creationId xmlns:p14="http://schemas.microsoft.com/office/powerpoint/2010/main" val="11177836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 test set follows requirements">
            <a:extLst xmlns:a="http://schemas.openxmlformats.org/drawingml/2006/main">
              <a:ext uri="{FF2B5EF4-FFF2-40B4-BE49-F238E27FC236}">
                <a16:creationId xmlns:a16="http://schemas.microsoft.com/office/drawing/2014/main" id="{8BC05678-5160-4BEA-8C08-37911F7DD2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Consolidation stations</a:t>
            </a:r>
          </a:p>
        </p:txBody>
      </p:sp>
      <p:sp>
        <p:nvSpPr>
          <p:cNvPr id="3" name="U1-W10-L02  ·  3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79660D14-6EE3-4897-A61D-0F9E1196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U1-W15-L01  ·  3/8  ·  Content CC BY 4.0 / code MIT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60B4B-DDBB-401E-A268-6088835AEC18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4038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10200"/>
                <a:gridCol w="5410200"/>
              </a:tblGrid>
              <a:tr h="673100"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Station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Focus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</a:tr>
              <a:tr h="6731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Selection and boundaries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Array traversal and extrema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Debugging and correction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Files, project and source 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31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Networking and design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6675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oundary and recovery cases">
            <a:extLst xmlns:a="http://schemas.openxmlformats.org/drawingml/2006/main">
              <a:ext uri="{FF2B5EF4-FFF2-40B4-BE49-F238E27FC236}">
                <a16:creationId xmlns:a16="http://schemas.microsoft.com/office/drawing/2014/main" id="{26E810D0-69D3-4EF4-8AAC-A542267056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 useful priority</a:t>
            </a:r>
          </a:p>
        </p:txBody>
      </p:sp>
      <p:sp>
        <p:nvSpPr>
          <p:cNvPr id="6" name="U1-W10-L02  ·  4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2A3AFAA6-EB75-4769-B829-A51834FE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U1-W15-L01  ·  4/8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CC9D08D6-367C-4AAF-8532-26D5EFAD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Broad label: I am bad at arrays.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632FAC86-3CC3-4F51-9A15-381E3AAA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Specific priority: I confuse index and value.</a:t>
            </a:r>
          </a:p>
        </p:txBody>
      </p:sp>
      <p:sp>
        <p:nvSpPr>
          <p:cNvPr id="10" name="Body 3">
            <a:extLst xmlns:a="http://schemas.openxmlformats.org/drawingml/2006/main">
              <a:ext uri="{FF2B5EF4-FFF2-40B4-BE49-F238E27FC236}">
                <a16:creationId xmlns:a16="http://schemas.microsoft.com/office/drawing/2014/main" id="{7963056E-E226-4E5A-940E-70DD61DC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Practice: trace a first maximum with a tie.</a:t>
            </a:r>
          </a:p>
        </p:txBody>
      </p:sp>
    </p:spTree>
    <p:extLst>
      <p:ext uri="{BB962C8B-B14F-4D97-AF65-F5344CB8AC3E}">
        <p14:creationId xmlns:p14="http://schemas.microsoft.com/office/powerpoint/2010/main" val="7200748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producing a failure">
            <a:extLst xmlns:a="http://schemas.openxmlformats.org/drawingml/2006/main">
              <a:ext uri="{FF2B5EF4-FFF2-40B4-BE49-F238E27FC236}">
                <a16:creationId xmlns:a16="http://schemas.microsoft.com/office/drawing/2014/main" id="{2E2586B4-20DF-48D9-ACD3-870FB90165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 short mixed check</a:t>
            </a:r>
          </a:p>
        </p:txBody>
      </p:sp>
      <p:sp>
        <p:nvSpPr>
          <p:cNvPr id="6" name="U1-W10-L02  ·  5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4267E3FD-828A-4EEE-AEF0-852A542B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U1-W15-L01  ·  5/8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9C6FF925-7810-427C-B2B1-789F30A1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Try an index question and a boundary question.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5F1364F5-7346-4AC3-8B71-77C145F9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Explain your reasoning with a partner.</a:t>
            </a:r>
          </a:p>
        </p:txBody>
      </p:sp>
      <p:sp>
        <p:nvSpPr>
          <p:cNvPr id="10" name="Body 3">
            <a:extLst xmlns:a="http://schemas.openxmlformats.org/drawingml/2006/main">
              <a:ext uri="{FF2B5EF4-FFF2-40B4-BE49-F238E27FC236}">
                <a16:creationId xmlns:a16="http://schemas.microsoft.com/office/drawing/2014/main" id="{381AB22B-3647-475C-94A7-77C98F66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Compare with the chapter’s explanations.</a:t>
            </a:r>
          </a:p>
        </p:txBody>
      </p:sp>
    </p:spTree>
    <p:extLst>
      <p:ext uri="{BB962C8B-B14F-4D97-AF65-F5344CB8AC3E}">
        <p14:creationId xmlns:p14="http://schemas.microsoft.com/office/powerpoint/2010/main" val="10619137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 workshop">
            <a:extLst xmlns:a="http://schemas.openxmlformats.org/drawingml/2006/main">
              <a:ext uri="{FF2B5EF4-FFF2-40B4-BE49-F238E27FC236}">
                <a16:creationId xmlns:a16="http://schemas.microsoft.com/office/drawing/2014/main" id="{C4FF5806-B6C8-4DAE-91FA-7DB6D7E3B1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U1-W10-L02  ·  6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0A211C1E-0D12-41DA-8C29-6F909310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U1-W15-L01  ·  6/8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AF3BBFAC-F86D-438F-B615-BBDA6FC9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Choose two evidence-based practice priorities.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C21AB99A-0DED-4B0B-9886-5A42B524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Select matching chapter stations.</a:t>
            </a:r>
          </a:p>
        </p:txBody>
      </p:sp>
      <p:sp>
        <p:nvSpPr>
          <p:cNvPr id="10" name="Body 3">
            <a:extLst xmlns:a="http://schemas.openxmlformats.org/drawingml/2006/main">
              <a:ext uri="{FF2B5EF4-FFF2-40B4-BE49-F238E27FC236}">
                <a16:creationId xmlns:a16="http://schemas.microsoft.com/office/drawing/2014/main" id="{0F7CC275-BD52-4684-8CDD-33036CBC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Write an expected outcome for each activity.</a:t>
            </a:r>
          </a:p>
        </p:txBody>
      </p:sp>
    </p:spTree>
    <p:extLst>
      <p:ext uri="{BB962C8B-B14F-4D97-AF65-F5344CB8AC3E}">
        <p14:creationId xmlns:p14="http://schemas.microsoft.com/office/powerpoint/2010/main" val="15516860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n honest result record">
            <a:extLst xmlns:a="http://schemas.openxmlformats.org/drawingml/2006/main">
              <a:ext uri="{FF2B5EF4-FFF2-40B4-BE49-F238E27FC236}">
                <a16:creationId xmlns:a16="http://schemas.microsoft.com/office/drawing/2014/main" id="{D37BFFF5-7BE6-4FB7-8525-23C0D67DB3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 choice to explain</a:t>
            </a:r>
          </a:p>
        </p:txBody>
      </p:sp>
      <p:sp>
        <p:nvSpPr>
          <p:cNvPr id="6" name="U1-W10-L02  ·  7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AD598897-BFB7-4F29-A39E-FBF333C3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U1-W15-L01  ·  7/8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92C95FE3-711C-489F-B5C4-6F588881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A test answer is wrong.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3553E1F1-07A5-485B-98E0-D0B58CBC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A: Practice every topic for the same time.</a:t>
            </a:r>
          </a:p>
        </p:txBody>
      </p:sp>
      <p:sp>
        <p:nvSpPr>
          <p:cNvPr id="10" name="Body 3">
            <a:extLst xmlns:a="http://schemas.openxmlformats.org/drawingml/2006/main">
              <a:ext uri="{FF2B5EF4-FFF2-40B4-BE49-F238E27FC236}">
                <a16:creationId xmlns:a16="http://schemas.microsoft.com/office/drawing/2014/main" id="{77C39E75-78E5-4A2F-B6FB-E463F6EC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B: Identify the mistaken step and choose matching practice.</a:t>
            </a:r>
          </a:p>
        </p:txBody>
      </p:sp>
    </p:spTree>
    <p:extLst>
      <p:ext uri="{BB962C8B-B14F-4D97-AF65-F5344CB8AC3E}">
        <p14:creationId xmlns:p14="http://schemas.microsoft.com/office/powerpoint/2010/main" val="13741796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heckpoint: readiness for a user trial">
            <a:extLst xmlns:a="http://schemas.openxmlformats.org/drawingml/2006/main">
              <a:ext uri="{FF2B5EF4-FFF2-40B4-BE49-F238E27FC236}">
                <a16:creationId xmlns:a16="http://schemas.microsoft.com/office/drawing/2014/main" id="{B6490841-4075-44B5-A0D0-2A324A0D6D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Exit explanation</a:t>
            </a:r>
          </a:p>
        </p:txBody>
      </p:sp>
      <p:sp>
        <p:nvSpPr>
          <p:cNvPr id="6" name="U1-W10-L02  ·  8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22BD68BE-72D5-44CF-8AB0-786E0E3C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U1-W15-L01  ·  8/8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C8A903BE-9611-4EAD-805A-A2FFE584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Name one priority and the evidence for it.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9E6021B0-BF99-4C0A-86FC-DC017DD6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State the activity you will try next.</a:t>
            </a:r>
          </a:p>
        </p:txBody>
      </p:sp>
    </p:spTree>
    <p:extLst>
      <p:ext uri="{BB962C8B-B14F-4D97-AF65-F5344CB8AC3E}">
        <p14:creationId xmlns:p14="http://schemas.microsoft.com/office/powerpoint/2010/main" val="9440668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2026-10-15T12:29:05.4430000Z</dcterms:created>
  <dcterms:modified xsi:type="dcterms:W3CDTF">2026-10-15T12:29:05.4430000Z</dcterms:modified>
</coreProperties>
</file>