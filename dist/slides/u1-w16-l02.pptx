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694366a6934755" /><Relationship Type="http://schemas.openxmlformats.org/officeDocument/2006/relationships/extended-properties" Target="/docProps/app.xml" Id="R3596424c583c4186" /><Relationship Type="http://schemas.openxmlformats.org/officeDocument/2006/relationships/officeDocument" Target="/ppt/presentation.xml" Id="Rfb0e640691814e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7d5f0a71ab48b2"/>
  </p:sldMasterIdLst>
  <p:notesMasterIdLst>
    <p:notesMasterId xmlns:r="http://schemas.openxmlformats.org/officeDocument/2006/relationships" r:id="Rd3e6c46b8e40461a"/>
  </p:notesMasterIdLst>
  <p:sldIdLst>
    <p:sldId xmlns:r="http://schemas.openxmlformats.org/officeDocument/2006/relationships" id="256" r:id="R0bd22ff3a14e437d"/>
    <p:sldId xmlns:r="http://schemas.openxmlformats.org/officeDocument/2006/relationships" id="257" r:id="R42673e20d48b4cdd"/>
    <p:sldId xmlns:r="http://schemas.openxmlformats.org/officeDocument/2006/relationships" id="258" r:id="Ree4b9cf8015a4394"/>
    <p:sldId xmlns:r="http://schemas.openxmlformats.org/officeDocument/2006/relationships" id="259" r:id="Rdef7bf7105564d3e"/>
    <p:sldId xmlns:r="http://schemas.openxmlformats.org/officeDocument/2006/relationships" id="260" r:id="R581749a6e63e4a1b"/>
    <p:sldId xmlns:r="http://schemas.openxmlformats.org/officeDocument/2006/relationships" id="261" r:id="R4f9753f990ef4cdd"/>
    <p:sldId xmlns:r="http://schemas.openxmlformats.org/officeDocument/2006/relationships" id="262" r:id="R1877bd27281542bd"/>
    <p:sldId xmlns:r="http://schemas.openxmlformats.org/officeDocument/2006/relationships" id="263" r:id="Rfd0a0738f2304a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d1ae058dfa4df5" /><Relationship Type="http://schemas.openxmlformats.org/officeDocument/2006/relationships/slideMaster" Target="/ppt/slideMasters/slideMaster1.xml" Id="R847d5f0a71ab48b2" /><Relationship Type="http://schemas.openxmlformats.org/officeDocument/2006/relationships/notesMaster" Target="/ppt/notesMasters/notesMaster1.xml" Id="Rd3e6c46b8e40461a" /><Relationship Type="http://schemas.openxmlformats.org/officeDocument/2006/relationships/presProps" Target="/ppt/presProps.xml" Id="R24134343d2c745a7" /><Relationship Type="http://schemas.openxmlformats.org/officeDocument/2006/relationships/tableStyles" Target="/ppt/tableStyles.xml" Id="Rc872cf9bb6ae46c6" /><Relationship Type="http://schemas.openxmlformats.org/officeDocument/2006/relationships/slide" Target="/ppt/slides/slide1.xml" Id="R0bd22ff3a14e437d" /><Relationship Type="http://schemas.openxmlformats.org/officeDocument/2006/relationships/slide" Target="/ppt/slides/slide2.xml" Id="R42673e20d48b4cdd" /><Relationship Type="http://schemas.openxmlformats.org/officeDocument/2006/relationships/slide" Target="/ppt/slides/slide3.xml" Id="Ree4b9cf8015a4394" /><Relationship Type="http://schemas.openxmlformats.org/officeDocument/2006/relationships/slide" Target="/ppt/slides/slide4.xml" Id="Rdef7bf7105564d3e" /><Relationship Type="http://schemas.openxmlformats.org/officeDocument/2006/relationships/slide" Target="/ppt/slides/slide5.xml" Id="R581749a6e63e4a1b" /><Relationship Type="http://schemas.openxmlformats.org/officeDocument/2006/relationships/slide" Target="/ppt/slides/slide6.xml" Id="R4f9753f990ef4cdd" /><Relationship Type="http://schemas.openxmlformats.org/officeDocument/2006/relationships/slide" Target="/ppt/slides/slide7.xml" Id="R1877bd27281542bd" /><Relationship Type="http://schemas.openxmlformats.org/officeDocument/2006/relationships/slide" Target="/ppt/slides/slide8.xml" Id="Rfd0a0738f2304a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69084e3b5541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3f42eee7a5447a" /><Relationship Type="http://schemas.openxmlformats.org/officeDocument/2006/relationships/notesMaster" Target="/ppt/notesMasters/notesMaster1.xml" Id="R4140500552bd43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5b61fa41544caf" /><Relationship Type="http://schemas.openxmlformats.org/officeDocument/2006/relationships/notesMaster" Target="/ppt/notesMasters/notesMaster1.xml" Id="Ra568e13600b341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42367ba2b84467" /><Relationship Type="http://schemas.openxmlformats.org/officeDocument/2006/relationships/notesMaster" Target="/ppt/notesMasters/notesMaster1.xml" Id="Rc0f2959b977644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841c6c45eb4ceb" /><Relationship Type="http://schemas.openxmlformats.org/officeDocument/2006/relationships/notesMaster" Target="/ppt/notesMasters/notesMaster1.xml" Id="Rb8ad27b3768447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eeb3b68d4c4652" /><Relationship Type="http://schemas.openxmlformats.org/officeDocument/2006/relationships/notesMaster" Target="/ppt/notesMasters/notesMaster1.xml" Id="Rab20a25ba3aa45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2a1d676acc480b" /><Relationship Type="http://schemas.openxmlformats.org/officeDocument/2006/relationships/notesMaster" Target="/ppt/notesMasters/notesMaster1.xml" Id="R6e359223959942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6b5a184e8e4310" /><Relationship Type="http://schemas.openxmlformats.org/officeDocument/2006/relationships/notesMaster" Target="/ppt/notesMasters/notesMaster1.xml" Id="Rd9f7aa1dca9144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3d8734bc234fa3" /><Relationship Type="http://schemas.openxmlformats.org/officeDocument/2006/relationships/notesMaster" Target="/ppt/notesMasters/notesMaster1.xml" Id="Rf93c1f805cce45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exam-preparation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Use explanations to identify why a response needs repair. This is ungraded textbook learning. Suggested times can be adjusted to the class. Teaching reference: https://edugenio.github.io/cs-atar-textbook/#exam-preparation.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exam-preparation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first attempt shows the original reasoning. A correction should identify what changed and why, not simply replace it with the answer. Allow silent thinking before discussion. Ask a learner to justify an answer before revealing the explanation. Teaching reference: https://edugenio.github.io/cs-atar-textbook/#exam-preparation.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exam-preparation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public explained answers. Equivalent valid reasoning is acceptable. Avoid scores and grade predictions. Teaching reference: https://edugenio.github.io/cs-atar-textbook/#exam-preparation.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exam-preparation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 charges are 5, 0, 0. The strict greater-than version fails only the exact-boundary case among these three. Pause for predictions before discussing the expected result. Teaching reference: https://edugenio.github.io/cs-atar-textbook/#exam-preparation.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exam-preparation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suitable example pairs Application with a web protocol or service role. A label alone may leave part of the prompt unanswered. Swap explaining and checking roles so both learners articulate the reasoning. Teaching reference: https://edugenio.github.io/cs-atar-textbook/#exam-preparation.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exam-preparation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teacher feedback for course diagram symbols and coherent alternative designs. Self-checking cannot certify every drawing convention. Offer the relevant worked example if needed, then use a changed case to check independent understanding. Teaching reference: https://edugenio.github.io/cs-atar-textbook/#exam-preparation.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exam-preparation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Ask the learner to explain the rule in their own words before trying fresh data. Give thinking time and collect reasons, without recording scores. Teaching reference: https://edugenio.github.io/cs-atar-textbook/#exam-preparation.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exam-preparation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good response identifies the cause and demonstrates the repair with changed values or conditions. Use the response to select the next explanation or practice activity. Teaching reference: https://edugenio.github.io/cs-atar-textbook/#exam-preparation.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5a4456c334b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4ade2a242e46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9a6a826e44b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d899ad7ea4a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594efddea43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90feeb6ceb47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510a9536cc4919" /><Relationship Type="http://schemas.openxmlformats.org/officeDocument/2006/relationships/slideLayout" Target="/ppt/slideLayouts/slideLayout1.xml" Id="R8858c439ee784c04" /><Relationship Type="http://schemas.openxmlformats.org/officeDocument/2006/relationships/slideLayout" Target="/ppt/slideLayouts/slideLayout2.xml" Id="Red7c519682cd4444" /><Relationship Type="http://schemas.openxmlformats.org/officeDocument/2006/relationships/slideLayout" Target="/ppt/slideLayouts/slideLayout3.xml" Id="R5dfcd79a8aad40dc" /><Relationship Type="http://schemas.openxmlformats.org/officeDocument/2006/relationships/slideLayout" Target="/ppt/slideLayouts/slideLayout4.xml" Id="Rf7d07384093e4b99" /><Relationship Type="http://schemas.openxmlformats.org/officeDocument/2006/relationships/slideLayout" Target="/ppt/slideLayouts/slideLayout5.xml" Id="Ra27cfdfe695a4087" /><Relationship Type="http://schemas.openxmlformats.org/officeDocument/2006/relationships/slideLayout" Target="/ppt/slideLayouts/slideLayout6.xml" Id="R15ab0b7f66f64a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58c439ee784c04"/>
    <p:sldLayoutId xmlns:r="http://schemas.openxmlformats.org/officeDocument/2006/relationships" id="2147483650" r:id="Red7c519682cd4444"/>
    <p:sldLayoutId xmlns:r="http://schemas.openxmlformats.org/officeDocument/2006/relationships" id="2147483651" r:id="R5dfcd79a8aad40dc"/>
    <p:sldLayoutId xmlns:r="http://schemas.openxmlformats.org/officeDocument/2006/relationships" id="2147483652" r:id="Rf7d07384093e4b99"/>
    <p:sldLayoutId xmlns:r="http://schemas.openxmlformats.org/officeDocument/2006/relationships" id="2147483653" r:id="Ra27cfdfe695a4087"/>
    <p:sldLayoutId xmlns:r="http://schemas.openxmlformats.org/officeDocument/2006/relationships" id="2147483654" r:id="R15ab0b7f66f64a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dcc224d864b8f" /><Relationship Type="http://schemas.openxmlformats.org/officeDocument/2006/relationships/notesSlide" Target="/ppt/notesSlides/notesSlide1.xml" Id="Rfee0f95e24aa4d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1848e014947b5" /><Relationship Type="http://schemas.openxmlformats.org/officeDocument/2006/relationships/notesSlide" Target="/ppt/notesSlides/notesSlide2.xml" Id="R64dd05c17ce241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fba1c313144ee0" /><Relationship Type="http://schemas.openxmlformats.org/officeDocument/2006/relationships/notesSlide" Target="/ppt/notesSlides/notesSlide3.xml" Id="Rfe31c21e32b24b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f608f27b4809" /><Relationship Type="http://schemas.openxmlformats.org/officeDocument/2006/relationships/notesSlide" Target="/ppt/notesSlides/notesSlide4.xml" Id="Rc5e0fa39e92543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0045900220466a" /><Relationship Type="http://schemas.openxmlformats.org/officeDocument/2006/relationships/notesSlide" Target="/ppt/notesSlides/notesSlide5.xml" Id="Ra31d6d8ee88c4f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b432ab20044a48" /><Relationship Type="http://schemas.openxmlformats.org/officeDocument/2006/relationships/notesSlide" Target="/ppt/notesSlides/notesSlide6.xml" Id="R78dea34a54684a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81e4fde5cd4ed7" /><Relationship Type="http://schemas.openxmlformats.org/officeDocument/2006/relationships/notesSlide" Target="/ppt/notesSlides/notesSlide7.xml" Id="R23e20e8067c641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604057707c4ff8" /><Relationship Type="http://schemas.openxmlformats.org/officeDocument/2006/relationships/notesSlide" Target="/ppt/notesSlides/notesSlide8.xml" Id="R912802f78fac40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Explained answers and corrections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U1-W16-L02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D83B3BE0-239E-4E24-B340-24E113CB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16 · Lesson 2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B8DE4567-3ACC-47E3-9B29-BA7FED13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Use explanations to identify why a response needs repair.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U1-W16-L02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A4EE70B3-287B-4EFD-A98A-7313D237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How can a correct result have an unclear explanation?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8FEB5010-457B-4004-A860-8D574825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Why should you preserve your first attempt?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correction record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U1-W16-L02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98E62-5FA9-46F4-8749-FA3F2C05978A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Original reasoning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Shows the starting misconception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Explained comparison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Locates the mistaken step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Corrected rule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States the repair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Fresh example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Checks independent transfer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The boundary at 50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U1-W16-L02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129D266B-C6D5-47C6-89B0-C2B8DCF3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The rule gives free delivery for totals at least 50.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77346EFB-C982-4679-8A41-B1951442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Compare &gt; 50 with &gt;= 50.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C27938A0-3FD5-4FE1-B37F-AE8E017D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Test 49.99, 50 and 50.01.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response with missing evidence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U1-W16-L02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87752D5B-5D9D-48AE-B3B0-A725BF6B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Q9 asks for a layer and its role or example.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4BA7228D-9071-4347-A1D2-E691F971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Compare a name-only response with a fuller explanation.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U1-W16-L02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34996E82-0EC0-4229-97EF-21C9D08B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Finish the chosen practice questions.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ECFFE5A7-2A34-4311-A50E-41E3B8A1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Compare with the explained answers.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4B5A351B-4A08-4B74-8D4B-3F406B66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Correct two reasoning gaps and try changed examples.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U1-W16-L02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4F5BA482-E32B-4056-A0C3-FA280A01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 learner copies the full model answer.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4C87F504-071B-40E2-A879-2864E712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A changed example can check understanding.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BE523D01-CAF6-4874-9BAD-EF4E2AEA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Copying alone proves the skill is secure.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U1-W16-L02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12DCB1B3-D6B2-4701-8476-B2EBC0D7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one original error and the corrected rule.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A02FC64F-F294-437E-9704-C9C2F46E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Show a fresh example that uses the rule.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2026-10-15T12:29:26.7460000Z</dcterms:created>
  <dcterms:modified xsi:type="dcterms:W3CDTF">2026-10-15T12:29:26.7460000Z</dcterms:modified>
</coreProperties>
</file>