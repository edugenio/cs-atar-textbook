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b8e1e576654297" /><Relationship Type="http://schemas.openxmlformats.org/officeDocument/2006/relationships/extended-properties" Target="/docProps/app.xml" Id="R695a6b2aab4145f5" /><Relationship Type="http://schemas.openxmlformats.org/officeDocument/2006/relationships/officeDocument" Target="/ppt/presentation.xml" Id="R593d0ba84cd14d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d266100fa24a02"/>
  </p:sldMasterIdLst>
  <p:notesMasterIdLst>
    <p:notesMasterId xmlns:r="http://schemas.openxmlformats.org/officeDocument/2006/relationships" r:id="R21232b9817364dc0"/>
  </p:notesMasterIdLst>
  <p:sldIdLst>
    <p:sldId xmlns:r="http://schemas.openxmlformats.org/officeDocument/2006/relationships" id="256" r:id="R63fcf6d7250549a7"/>
    <p:sldId xmlns:r="http://schemas.openxmlformats.org/officeDocument/2006/relationships" id="257" r:id="R21cdf6e9ea0f4981"/>
    <p:sldId xmlns:r="http://schemas.openxmlformats.org/officeDocument/2006/relationships" id="258" r:id="Rc64d4be1c1bb443d"/>
    <p:sldId xmlns:r="http://schemas.openxmlformats.org/officeDocument/2006/relationships" id="259" r:id="R4677cc8962a64d12"/>
    <p:sldId xmlns:r="http://schemas.openxmlformats.org/officeDocument/2006/relationships" id="260" r:id="R9ee01424982e424b"/>
    <p:sldId xmlns:r="http://schemas.openxmlformats.org/officeDocument/2006/relationships" id="261" r:id="R421094cce181498a"/>
    <p:sldId xmlns:r="http://schemas.openxmlformats.org/officeDocument/2006/relationships" id="262" r:id="R8af8ca77b16d4c55"/>
    <p:sldId xmlns:r="http://schemas.openxmlformats.org/officeDocument/2006/relationships" id="263" r:id="R6ff12419e86641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c9e7fc70384641" /><Relationship Type="http://schemas.openxmlformats.org/officeDocument/2006/relationships/slideMaster" Target="/ppt/slideMasters/slideMaster1.xml" Id="R13d266100fa24a02" /><Relationship Type="http://schemas.openxmlformats.org/officeDocument/2006/relationships/notesMaster" Target="/ppt/notesMasters/notesMaster1.xml" Id="R21232b9817364dc0" /><Relationship Type="http://schemas.openxmlformats.org/officeDocument/2006/relationships/presProps" Target="/ppt/presProps.xml" Id="Rfc45f7c214754b27" /><Relationship Type="http://schemas.openxmlformats.org/officeDocument/2006/relationships/tableStyles" Target="/ppt/tableStyles.xml" Id="R3a138657bf3d4fc5" /><Relationship Type="http://schemas.openxmlformats.org/officeDocument/2006/relationships/slide" Target="/ppt/slides/slide1.xml" Id="R63fcf6d7250549a7" /><Relationship Type="http://schemas.openxmlformats.org/officeDocument/2006/relationships/slide" Target="/ppt/slides/slide2.xml" Id="R21cdf6e9ea0f4981" /><Relationship Type="http://schemas.openxmlformats.org/officeDocument/2006/relationships/slide" Target="/ppt/slides/slide3.xml" Id="Rc64d4be1c1bb443d" /><Relationship Type="http://schemas.openxmlformats.org/officeDocument/2006/relationships/slide" Target="/ppt/slides/slide4.xml" Id="R4677cc8962a64d12" /><Relationship Type="http://schemas.openxmlformats.org/officeDocument/2006/relationships/slide" Target="/ppt/slides/slide5.xml" Id="R9ee01424982e424b" /><Relationship Type="http://schemas.openxmlformats.org/officeDocument/2006/relationships/slide" Target="/ppt/slides/slide6.xml" Id="R421094cce181498a" /><Relationship Type="http://schemas.openxmlformats.org/officeDocument/2006/relationships/slide" Target="/ppt/slides/slide7.xml" Id="R8af8ca77b16d4c55" /><Relationship Type="http://schemas.openxmlformats.org/officeDocument/2006/relationships/slide" Target="/ppt/slides/slide8.xml" Id="R6ff12419e86641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2819099e8046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72189cc1e141bb" /><Relationship Type="http://schemas.openxmlformats.org/officeDocument/2006/relationships/notesMaster" Target="/ppt/notesMasters/notesMaster1.xml" Id="R15e24debdb3548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5927137ddb4c30" /><Relationship Type="http://schemas.openxmlformats.org/officeDocument/2006/relationships/notesMaster" Target="/ppt/notesMasters/notesMaster1.xml" Id="Rcec9eff435ac40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bc1efbf08343a1" /><Relationship Type="http://schemas.openxmlformats.org/officeDocument/2006/relationships/notesMaster" Target="/ppt/notesMasters/notesMaster1.xml" Id="R8979254785734a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8940c8e0504297" /><Relationship Type="http://schemas.openxmlformats.org/officeDocument/2006/relationships/notesMaster" Target="/ppt/notesMasters/notesMaster1.xml" Id="Rdcb7e9cc93a34c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b380107be344d4" /><Relationship Type="http://schemas.openxmlformats.org/officeDocument/2006/relationships/notesMaster" Target="/ppt/notesMasters/notesMaster1.xml" Id="Re9530a645c6c40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18fe7c1375465f" /><Relationship Type="http://schemas.openxmlformats.org/officeDocument/2006/relationships/notesMaster" Target="/ppt/notesMasters/notesMaster1.xml" Id="Rcafd909aff9740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876ab13a574487" /><Relationship Type="http://schemas.openxmlformats.org/officeDocument/2006/relationships/notesMaster" Target="/ppt/notesMasters/notesMaster1.xml" Id="R41ce8de67b5849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deb300c4924a5d" /><Relationship Type="http://schemas.openxmlformats.org/officeDocument/2006/relationships/notesMaster" Target="/ppt/notesMasters/notesMaster1.xml" Id="R863f5648325e43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Learning intention</a:t>
            </a:r>
          </a:p>
          <a:p xmlns:a="http://schemas.openxmlformats.org/drawingml/2006/main">
            <a:r>
              <a:t>Suggested time: 2 minutes.</a:t>
            </a:r>
          </a:p>
          <a:p xmlns:a="http://schemas.openxmlformats.org/drawingml/2006/main">
            <a:r>
              <a:t>Prepare: Open the network-review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the goal and the expected independent outcome. Support each recommendation with a mechanism and limit. This is ungraded textbook learning. Suggested times can be adjusted to the class. Teaching reference: https://edugenio.github.io/cs-atar-textbook/#network-review.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retrieval, then partner comparison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network-review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specific permitted/refused operation test. Ping establishes an ICMP response for that test, not web-service correctness. Allow silent thinking before discussion. Ask a learner to justify an answer before revealing the explanation. Teaching reference: https://edugenio.github.io/cs-atar-textbook/#network-review.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table and teacher explanation</a:t>
            </a:r>
          </a:p>
          <a:p xmlns:a="http://schemas.openxmlformats.org/drawingml/2006/main">
            <a:r>
              <a:t>Suggested time: 6 minutes.</a:t>
            </a:r>
          </a:p>
          <a:p xmlns:a="http://schemas.openxmlformats.org/drawingml/2006/main">
            <a:r>
              <a:t>Prepare: Open the network-review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Replace the old assessment slot with independent scenario practice. No mark allocation, submission condition or new graded task is introduced. Teaching reference: https://edugenio.github.io/cs-atar-textbook/#network-review.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Predict, model and explain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network-review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where the rule operates. A firewall alone may not control a permitted application’s file operations. Pause for predictions before discussing the expected result. Teaching reference: https://edugenio.github.io/cs-atar-textbook/#network-review.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Guided paired practice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network-review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Expected: check intended local gateway; investigate service/name/access factors separately; gather radio and load evidence. Keep alternative explanations visible. Swap explaining and checking roles so both learners articulate the reasoning. Teaching reference: https://edugenio.github.io/cs-atar-textbook/#network-review.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application with optional support</a:t>
            </a:r>
          </a:p>
          <a:p xmlns:a="http://schemas.openxmlformats.org/drawingml/2006/main">
            <a:r>
              <a:t>Suggested time: 12 minutes.</a:t>
            </a:r>
          </a:p>
          <a:p xmlns:a="http://schemas.openxmlformats.org/drawingml/2006/main">
            <a:r>
              <a:t>Prepare: Open the network-review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 with a writing frame, then remove it for a fresh scenario. Accept equivalent technically coherent reasoning. Offer the relevant worked example if needed, then use a changed case to check independent understanding. Teaching reference: https://edugenio.github.io/cs-atar-textbook/#network-review.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Whole-class response and justification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network-review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A diagnosis should justify the location and purpose of a change. Give thinking time and collect reasons, without recording scores. Teaching reference: https://edugenio.github.io/cs-atar-textbook/#network-review.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reflection and fresh explanation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network-review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Look for a testable hypothesis and a genuine alternative rather than unsupported certainty. Use the response to select the next explanation or practice activity. Teaching reference: https://edugenio.github.io/cs-atar-textbook/#network-review.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55623f0b89456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0b25941ccd4fe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bc4331ad854b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aec4d72b7049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d015be433a4f6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6da9d416ae43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DC7E6F-871F-4428-A6D7-012593835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D378CF-F25D-4FEF-829A-757FD37775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451CC6-B5A9-4740-B47B-FBC2632A7A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40A65A-4C54-4F15-BA40-C46336F57B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E17DCF6-9D98-44F3-AC1E-5CC1C5C01E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A0F398-F40C-47D6-A95D-B81130FA5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F43F79-574C-48AB-AE90-323F0E6EF5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7B6732-FC7C-4512-ACB8-9B20D6E488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63A364-26A4-4B6B-92EF-36409E0F8C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3DDEE7-6E63-4364-B219-0A953CD908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9ed4efe9f846fc" /><Relationship Type="http://schemas.openxmlformats.org/officeDocument/2006/relationships/slideLayout" Target="/ppt/slideLayouts/slideLayout1.xml" Id="R3b1407d54f404ecb" /><Relationship Type="http://schemas.openxmlformats.org/officeDocument/2006/relationships/slideLayout" Target="/ppt/slideLayouts/slideLayout2.xml" Id="Rf1460f6d1b0f4fec" /><Relationship Type="http://schemas.openxmlformats.org/officeDocument/2006/relationships/slideLayout" Target="/ppt/slideLayouts/slideLayout3.xml" Id="R75ef23095f7a4b20" /><Relationship Type="http://schemas.openxmlformats.org/officeDocument/2006/relationships/slideLayout" Target="/ppt/slideLayouts/slideLayout4.xml" Id="Rec9308d3a98e4925" /><Relationship Type="http://schemas.openxmlformats.org/officeDocument/2006/relationships/slideLayout" Target="/ppt/slideLayouts/slideLayout5.xml" Id="R439d1c6583044626" /><Relationship Type="http://schemas.openxmlformats.org/officeDocument/2006/relationships/slideLayout" Target="/ppt/slideLayouts/slideLayout6.xml" Id="R244cbab42a9747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1407d54f404ecb"/>
    <p:sldLayoutId xmlns:r="http://schemas.openxmlformats.org/officeDocument/2006/relationships" id="2147483650" r:id="Rf1460f6d1b0f4fec"/>
    <p:sldLayoutId xmlns:r="http://schemas.openxmlformats.org/officeDocument/2006/relationships" id="2147483651" r:id="R75ef23095f7a4b20"/>
    <p:sldLayoutId xmlns:r="http://schemas.openxmlformats.org/officeDocument/2006/relationships" id="2147483652" r:id="Rec9308d3a98e4925"/>
    <p:sldLayoutId xmlns:r="http://schemas.openxmlformats.org/officeDocument/2006/relationships" id="2147483653" r:id="R439d1c6583044626"/>
    <p:sldLayoutId xmlns:r="http://schemas.openxmlformats.org/officeDocument/2006/relationships" id="2147483654" r:id="R244cbab42a9747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34cdea247945f1" /><Relationship Type="http://schemas.openxmlformats.org/officeDocument/2006/relationships/notesSlide" Target="/ppt/notesSlides/notesSlide1.xml" Id="R7b9bc06942c34e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b5ef41b1f74333" /><Relationship Type="http://schemas.openxmlformats.org/officeDocument/2006/relationships/notesSlide" Target="/ppt/notesSlides/notesSlide2.xml" Id="R88b54636037047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5d85e7389e4536" /><Relationship Type="http://schemas.openxmlformats.org/officeDocument/2006/relationships/notesSlide" Target="/ppt/notesSlides/notesSlide3.xml" Id="R662e91e7365444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02a35bbcee48c1" /><Relationship Type="http://schemas.openxmlformats.org/officeDocument/2006/relationships/notesSlide" Target="/ppt/notesSlides/notesSlide4.xml" Id="R1344852e3fe24f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0da2f433124f8d" /><Relationship Type="http://schemas.openxmlformats.org/officeDocument/2006/relationships/notesSlide" Target="/ppt/notesSlides/notesSlide5.xml" Id="R1af5be16142f4a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2787e5488b48f4" /><Relationship Type="http://schemas.openxmlformats.org/officeDocument/2006/relationships/notesSlide" Target="/ppt/notesSlides/notesSlide6.xml" Id="R3fddf77ede4145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3d0e0b4b0b4883" /><Relationship Type="http://schemas.openxmlformats.org/officeDocument/2006/relationships/notesSlide" Target="/ppt/notesSlides/notesSlide7.xml" Id="Rbb7dd053256e46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d971c066dd4349" /><Relationship Type="http://schemas.openxmlformats.org/officeDocument/2006/relationships/notesSlide" Target="/ppt/notesSlides/notesSlide8.xml" Id="R5feefc90c3614d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sting, correction and retesting">
            <a:extLst xmlns:a="http://schemas.openxmlformats.org/drawingml/2006/main">
              <a:ext uri="{FF2B5EF4-FFF2-40B4-BE49-F238E27FC236}">
                <a16:creationId xmlns:a16="http://schemas.microsoft.com/office/drawing/2014/main" id="{AFCDDBCA-4539-4B5E-8F06-17FFB22BAE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Network scenario reasoning</a:t>
            </a:r>
          </a:p>
        </p:txBody>
      </p:sp>
      <p:sp>
        <p:nvSpPr>
          <p:cNvPr id="4" name="U1-W10-L02  ·  1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5842E5C-DF93-4156-9D76-9E1D0093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U1-W14-L03  ·  1/8  ·  Content CC BY 4.0 / code MIT</a:t>
            </a:r>
          </a:p>
        </p:txBody>
      </p:sp>
      <p:sp>
        <p:nvSpPr>
          <p:cNvPr id="6" name="Body 1">
            <a:extLst xmlns:a="http://schemas.openxmlformats.org/drawingml/2006/main">
              <a:ext uri="{FF2B5EF4-FFF2-40B4-BE49-F238E27FC236}">
                <a16:creationId xmlns:a16="http://schemas.microsoft.com/office/drawing/2014/main" id="{6FAE1482-8A42-49BB-B5E3-5CF5103A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Unit 1 · Week 14 · Lesson 3</a:t>
            </a:r>
          </a:p>
        </p:txBody>
      </p:sp>
      <p:sp>
        <p:nvSpPr>
          <p:cNvPr id="7" name="Body 2">
            <a:extLst xmlns:a="http://schemas.openxmlformats.org/drawingml/2006/main">
              <a:ext uri="{FF2B5EF4-FFF2-40B4-BE49-F238E27FC236}">
                <a16:creationId xmlns:a16="http://schemas.microsoft.com/office/drawing/2014/main" id="{EE0D4A50-E555-4864-8B86-0FCCB499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Support each recommendation with a mechanism and limit.</a:t>
            </a:r>
          </a:p>
        </p:txBody>
      </p:sp>
    </p:spTree>
    <p:extLst>
      <p:ext uri="{BB962C8B-B14F-4D97-AF65-F5344CB8AC3E}">
        <p14:creationId xmlns:p14="http://schemas.microsoft.com/office/powerpoint/2010/main" val="1626567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trieval: useful test evidence">
            <a:extLst xmlns:a="http://schemas.openxmlformats.org/drawingml/2006/main">
              <a:ext uri="{FF2B5EF4-FFF2-40B4-BE49-F238E27FC236}">
                <a16:creationId xmlns:a16="http://schemas.microsoft.com/office/drawing/2014/main" id="{53820A5D-62A5-4E0F-AF10-C2BC187D61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Retrieval and explanation</a:t>
            </a:r>
          </a:p>
        </p:txBody>
      </p:sp>
      <p:sp>
        <p:nvSpPr>
          <p:cNvPr id="6" name="U1-W10-L02  ·  2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E8ED621-960B-4675-9E73-7BB4FE43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U1-W14-L03  ·  2/8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E1E540AE-B003-4A3E-B390-1F1DB34E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What evidence supports an access-control claim?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F9E55404-0F65-4432-9C3F-826F7362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What does a ping reply establish?</a:t>
            </a:r>
          </a:p>
        </p:txBody>
      </p:sp>
    </p:spTree>
    <p:extLst>
      <p:ext uri="{BB962C8B-B14F-4D97-AF65-F5344CB8AC3E}">
        <p14:creationId xmlns:p14="http://schemas.microsoft.com/office/powerpoint/2010/main" val="1117783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 test set follows requirements">
            <a:extLst xmlns:a="http://schemas.openxmlformats.org/drawingml/2006/main">
              <a:ext uri="{FF2B5EF4-FFF2-40B4-BE49-F238E27FC236}">
                <a16:creationId xmlns:a16="http://schemas.microsoft.com/office/drawing/2014/main" id="{8BC05678-5160-4BEA-8C08-37911F7DD2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An explanation structure</a:t>
            </a:r>
          </a:p>
        </p:txBody>
      </p:sp>
      <p:sp>
        <p:nvSpPr>
          <p:cNvPr id="3" name="U1-W10-L02  ·  3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79660D14-6EE3-4897-A61D-0F9E1196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U1-W14-L03  ·  3/8  ·  Content CC BY 4.0 / code MIT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5F083-6F40-4EFB-82D5-B7F2E2B3F30D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to write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Need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The required outcome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Mechanism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Device, protocol or control action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Observation or predicted 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Limit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What remains uncertain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667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oundary and recovery cases">
            <a:extLst xmlns:a="http://schemas.openxmlformats.org/drawingml/2006/main">
              <a:ext uri="{FF2B5EF4-FFF2-40B4-BE49-F238E27FC236}">
                <a16:creationId xmlns:a16="http://schemas.microsoft.com/office/drawing/2014/main" id="{26E810D0-69D3-4EF4-8AAC-A542267056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An access recommendation</a:t>
            </a:r>
          </a:p>
        </p:txBody>
      </p:sp>
      <p:sp>
        <p:nvSpPr>
          <p:cNvPr id="6" name="U1-W10-L02  ·  4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A3AFAA6-EB75-4769-B829-A51834FE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U1-W14-L03  ·  4/8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775BD7E2-D5F3-4616-A95E-1153D94F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Need: students read resources without editing staff files.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8AD9B5E9-3D59-4743-A585-C81BCEA2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Control: individual roles and narrow permissions.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784614E9-A3E8-45BE-8B65-2367456A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Evidence: a read succeeds and an unauthorised write fails.</a:t>
            </a:r>
          </a:p>
        </p:txBody>
      </p:sp>
    </p:spTree>
    <p:extLst>
      <p:ext uri="{BB962C8B-B14F-4D97-AF65-F5344CB8AC3E}">
        <p14:creationId xmlns:p14="http://schemas.microsoft.com/office/powerpoint/2010/main" val="720074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producing a failure">
            <a:extLst xmlns:a="http://schemas.openxmlformats.org/drawingml/2006/main">
              <a:ext uri="{FF2B5EF4-FFF2-40B4-BE49-F238E27FC236}">
                <a16:creationId xmlns:a16="http://schemas.microsoft.com/office/drawing/2014/main" id="{2E2586B4-20DF-48D9-ACD3-870FB90165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Three short scenarios</a:t>
            </a:r>
          </a:p>
        </p:txBody>
      </p:sp>
      <p:sp>
        <p:nvSpPr>
          <p:cNvPr id="6" name="U1-W10-L02  ·  5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4267E3FD-828A-4EEE-AEF0-852A542B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U1-W14-L03  ·  5/8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0ED181C9-46F5-439B-B307-BB95DC89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Correct a gateway outside its client’s /24 subnet.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C444B150-09EE-4D7B-9FA9-F9A751BF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Explain an ICMP reply with a failed web service.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559DD74A-48FB-414F-AA64-75F2D1EB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Investigate slower wireless transfers at busy times.</a:t>
            </a:r>
          </a:p>
        </p:txBody>
      </p:sp>
    </p:spTree>
    <p:extLst>
      <p:ext uri="{BB962C8B-B14F-4D97-AF65-F5344CB8AC3E}">
        <p14:creationId xmlns:p14="http://schemas.microsoft.com/office/powerpoint/2010/main" val="10619137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vidence workshop">
            <a:extLst xmlns:a="http://schemas.openxmlformats.org/drawingml/2006/main">
              <a:ext uri="{FF2B5EF4-FFF2-40B4-BE49-F238E27FC236}">
                <a16:creationId xmlns:a16="http://schemas.microsoft.com/office/drawing/2014/main" id="{C4FF5806-B6C8-4DAE-91FA-7DB6D7E3B1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U1-W10-L02  ·  6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0A211C1E-0D12-41DA-8C29-6F909310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U1-W14-L03  ·  6/8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BAFF6F52-C22F-4530-A139-44269317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Answer two unfamiliar network scenarios.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159193D7-34D2-4FF5-AEE7-36596FA7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Use need, mechanism, evidence and limit.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30F96B23-0700-46D9-BB84-682C0EC3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Compare with the explained answers and revise.</a:t>
            </a:r>
          </a:p>
        </p:txBody>
      </p:sp>
    </p:spTree>
    <p:extLst>
      <p:ext uri="{BB962C8B-B14F-4D97-AF65-F5344CB8AC3E}">
        <p14:creationId xmlns:p14="http://schemas.microsoft.com/office/powerpoint/2010/main" val="1551686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n honest result record">
            <a:extLst xmlns:a="http://schemas.openxmlformats.org/drawingml/2006/main">
              <a:ext uri="{FF2B5EF4-FFF2-40B4-BE49-F238E27FC236}">
                <a16:creationId xmlns:a16="http://schemas.microsoft.com/office/drawing/2014/main" id="{D37BFFF5-7BE6-4FB7-8525-23C0D67DB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choice to explain</a:t>
            </a:r>
          </a:p>
        </p:txBody>
      </p:sp>
      <p:sp>
        <p:nvSpPr>
          <p:cNvPr id="6" name="U1-W10-L02  ·  7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AD598897-BFB7-4F29-A39E-FBF333C3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U1-W14-L03  ·  7/8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EE27FEFA-CB7A-43B4-9678-CB573A91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 download is slow and the cause is unknown.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D4F6B69F-CDE1-4430-A4B0-EF3CD9B4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A: Buy the fastest router immediately.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08063D58-D975-46F0-8AC5-6FA86458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B: Gather evidence about the limiting link or service.</a:t>
            </a:r>
          </a:p>
        </p:txBody>
      </p:sp>
    </p:spTree>
    <p:extLst>
      <p:ext uri="{BB962C8B-B14F-4D97-AF65-F5344CB8AC3E}">
        <p14:creationId xmlns:p14="http://schemas.microsoft.com/office/powerpoint/2010/main" val="13741796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heckpoint: readiness for a user trial">
            <a:extLst xmlns:a="http://schemas.openxmlformats.org/drawingml/2006/main">
              <a:ext uri="{FF2B5EF4-FFF2-40B4-BE49-F238E27FC236}">
                <a16:creationId xmlns:a16="http://schemas.microsoft.com/office/drawing/2014/main" id="{B6490841-4075-44B5-A0D0-2A324A0D6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Exit explanation</a:t>
            </a:r>
          </a:p>
        </p:txBody>
      </p:sp>
      <p:sp>
        <p:nvSpPr>
          <p:cNvPr id="6" name="U1-W10-L02  ·  8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2BD68BE-72D5-44CF-8AB0-786E0E3C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U1-W14-L03  ·  8/8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5EFEF39D-E322-4D0D-971D-E1123249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Write a recommendation for a fresh slowdown.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EED6EEE8-BEBB-4508-A2EC-4E052011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State one observation that could change your mind.</a:t>
            </a:r>
          </a:p>
        </p:txBody>
      </p:sp>
    </p:spTree>
    <p:extLst>
      <p:ext uri="{BB962C8B-B14F-4D97-AF65-F5344CB8AC3E}">
        <p14:creationId xmlns:p14="http://schemas.microsoft.com/office/powerpoint/2010/main" val="944066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2026-10-15T12:28:56.9240000Z</dcterms:created>
  <dcterms:modified xsi:type="dcterms:W3CDTF">2026-10-15T12:28:56.9240000Z</dcterms:modified>
</coreProperties>
</file>