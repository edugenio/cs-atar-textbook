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b33381a26445ad" /><Relationship Type="http://schemas.openxmlformats.org/officeDocument/2006/relationships/extended-properties" Target="/docProps/app.xml" Id="R10cd0dbe681848f3" /><Relationship Type="http://schemas.openxmlformats.org/officeDocument/2006/relationships/officeDocument" Target="/ppt/presentation.xml" Id="R8905ad42211c4215" /></Relationships>
</file>

<file path=ppt/presentation.xml><?xml version="1.0" encoding="utf-8"?>
<p:presentation xmlns:p="http://schemas.openxmlformats.org/presentationml/2006/main">
  <p:sldMasterIdLst>
    <p:sldMasterId xmlns:r="http://schemas.openxmlformats.org/officeDocument/2006/relationships" id="2147483648" r:id="Rb658ecb85ff34054"/>
  </p:sldMasterIdLst>
  <p:notesMasterIdLst>
    <p:notesMasterId xmlns:r="http://schemas.openxmlformats.org/officeDocument/2006/relationships" r:id="R7df679485b5a4944"/>
  </p:notesMasterIdLst>
  <p:sldIdLst>
    <p:sldId xmlns:r="http://schemas.openxmlformats.org/officeDocument/2006/relationships" id="256" r:id="Raf4fdccb98b14183"/>
    <p:sldId xmlns:r="http://schemas.openxmlformats.org/officeDocument/2006/relationships" id="257" r:id="R97d6200412a24107"/>
    <p:sldId xmlns:r="http://schemas.openxmlformats.org/officeDocument/2006/relationships" id="258" r:id="Ra02ad218d29b4fe9"/>
    <p:sldId xmlns:r="http://schemas.openxmlformats.org/officeDocument/2006/relationships" id="259" r:id="R93c1e6ebd6c04dfd"/>
    <p:sldId xmlns:r="http://schemas.openxmlformats.org/officeDocument/2006/relationships" id="260" r:id="R41324020b2e347c0"/>
    <p:sldId xmlns:r="http://schemas.openxmlformats.org/officeDocument/2006/relationships" id="261" r:id="R29052082d72e42cd"/>
    <p:sldId xmlns:r="http://schemas.openxmlformats.org/officeDocument/2006/relationships" id="262" r:id="Rc527e9b274c3442d"/>
    <p:sldId xmlns:r="http://schemas.openxmlformats.org/officeDocument/2006/relationships" id="263" r:id="R96a296b912b44c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5cac40553b400a" /><Relationship Type="http://schemas.openxmlformats.org/officeDocument/2006/relationships/slideMaster" Target="/ppt/slideMasters/slideMaster1.xml" Id="Rb658ecb85ff34054" /><Relationship Type="http://schemas.openxmlformats.org/officeDocument/2006/relationships/notesMaster" Target="/ppt/notesMasters/notesMaster1.xml" Id="R7df679485b5a4944" /><Relationship Type="http://schemas.openxmlformats.org/officeDocument/2006/relationships/presProps" Target="/ppt/presProps.xml" Id="Rbc177d950f804eb4" /><Relationship Type="http://schemas.openxmlformats.org/officeDocument/2006/relationships/tableStyles" Target="/ppt/tableStyles.xml" Id="R0dcf1743ce2049fc" /><Relationship Type="http://schemas.openxmlformats.org/officeDocument/2006/relationships/slide" Target="/ppt/slides/slide1.xml" Id="Raf4fdccb98b14183" /><Relationship Type="http://schemas.openxmlformats.org/officeDocument/2006/relationships/slide" Target="/ppt/slides/slide2.xml" Id="R97d6200412a24107" /><Relationship Type="http://schemas.openxmlformats.org/officeDocument/2006/relationships/slide" Target="/ppt/slides/slide3.xml" Id="Ra02ad218d29b4fe9" /><Relationship Type="http://schemas.openxmlformats.org/officeDocument/2006/relationships/slide" Target="/ppt/slides/slide4.xml" Id="R93c1e6ebd6c04dfd" /><Relationship Type="http://schemas.openxmlformats.org/officeDocument/2006/relationships/slide" Target="/ppt/slides/slide5.xml" Id="R41324020b2e347c0" /><Relationship Type="http://schemas.openxmlformats.org/officeDocument/2006/relationships/slide" Target="/ppt/slides/slide6.xml" Id="R29052082d72e42cd" /><Relationship Type="http://schemas.openxmlformats.org/officeDocument/2006/relationships/slide" Target="/ppt/slides/slide7.xml" Id="Rc527e9b274c3442d" /><Relationship Type="http://schemas.openxmlformats.org/officeDocument/2006/relationships/slide" Target="/ppt/slides/slide8.xml" Id="R96a296b912b44c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0dd76f4e1940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ec3d58f5d54835" /><Relationship Type="http://schemas.openxmlformats.org/officeDocument/2006/relationships/notesMaster" Target="/ppt/notesMasters/notesMaster1.xml" Id="R09e949ffbb1144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7b29ad469c457d" /><Relationship Type="http://schemas.openxmlformats.org/officeDocument/2006/relationships/notesMaster" Target="/ppt/notesMasters/notesMaster1.xml" Id="Re50e47294fa640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06d603b9c742ec" /><Relationship Type="http://schemas.openxmlformats.org/officeDocument/2006/relationships/notesMaster" Target="/ppt/notesMasters/notesMaster1.xml" Id="Rdab5596f31d947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8693ff989a417a" /><Relationship Type="http://schemas.openxmlformats.org/officeDocument/2006/relationships/notesMaster" Target="/ppt/notesMasters/notesMaster1.xml" Id="R79959819dd4542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d9a362d2384866" /><Relationship Type="http://schemas.openxmlformats.org/officeDocument/2006/relationships/notesMaster" Target="/ppt/notesMasters/notesMaster1.xml" Id="R276498a6b61741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362efe6fc04799" /><Relationship Type="http://schemas.openxmlformats.org/officeDocument/2006/relationships/notesMaster" Target="/ppt/notesMasters/notesMaster1.xml" Id="Rd45778b545bd42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aaa6c61a1b4f36" /><Relationship Type="http://schemas.openxmlformats.org/officeDocument/2006/relationships/notesMaster" Target="/ppt/notesMasters/notesMaster1.xml" Id="R901747da1e7b4d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72d2b8119d4e89" /><Relationship Type="http://schemas.openxmlformats.org/officeDocument/2006/relationships/notesMaster" Target="/ppt/notesMasters/notesMaster1.xml" Id="Ra57fa796433747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the goal and the expected independent outcome. Connect device roles, addresses and course symbols. This is ungraded textbook learning. Suggested times can be adjusted to the class.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retrieval, then partner comparison</a:t>
            </a:r>
          </a:p>
          <a:p xmlns:a="http://schemas.openxmlformats.org/drawingml/2006/main">
            <a:r>
              <a:t>Suggested time: 5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Access point and router respectively. Ask learners to label roles before choosing the course symbols. Allow silent thinking before discussion. Ask a learner to justify an answer before revealing the explanation.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teacher explanation</a:t>
            </a:r>
          </a:p>
          <a:p xmlns:a="http://schemas.openxmlformats.org/drawingml/2006/main">
            <a:r>
              <a:t>Suggested time: 6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Open the linked SCSA support booklet. Follow its Cisco-style symbol conventions. For the course perimeter diagram, the firewall sits outside the trusted network without an IP label; real deployment addressing varies.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model and explain</a:t>
            </a:r>
          </a:p>
          <a:p xmlns:a="http://schemas.openxmlformats.org/drawingml/2006/main">
            <a:r>
              <a:t>Suggested time: 10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 basic switch handles local frames. A remote IP destination needs the gateway/router path. The conceptual trace does not replace the required symbol diagram. Pause for predictions before discussing the expected result.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the actual support booklet for symbols. Partners should name one precise correction, not simply say the diagram looks good. Swap explaining and checking roles so both learners articulate the reasoning.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with optional support</a:t>
            </a:r>
          </a:p>
          <a:p xmlns:a="http://schemas.openxmlformats.org/drawingml/2006/main">
            <a:r>
              <a:t>Suggested time: 12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No copied real network configuration is needed. Check server placement, wireless access, local switching and external routing. Teacher checks visual conventions. Offer the relevant worked example if needed, then use a changed case to check independent understanding.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Whole-class response and justification</a:t>
            </a:r>
          </a:p>
          <a:p xmlns:a="http://schemas.openxmlformats.org/drawingml/2006/main">
            <a:r>
              <a:t>Suggested time: 5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B. A conceptual chain supports reasoning, while the course diagram still needs the specified symbols and labels. Give thinking time and collect reasons, without recording scores.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reflection and fresh explanation</a:t>
            </a:r>
          </a:p>
          <a:p xmlns:a="http://schemas.openxmlformats.org/drawingml/2006/main">
            <a:r>
              <a:t>Suggested time: 5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Check the explanation agrees with the learner’s drawing rather than a memorised generic chain. Use the response to select the next explanation or practice activity.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af82a1ca444a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791e93da214f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e948d0feb242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8b10d468724c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1ff9612b604d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ed3ddd656b49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23b1d970604de5" /><Relationship Type="http://schemas.openxmlformats.org/officeDocument/2006/relationships/slideLayout" Target="/ppt/slideLayouts/slideLayout1.xml" Id="R14cbadae11d84cb8" /><Relationship Type="http://schemas.openxmlformats.org/officeDocument/2006/relationships/slideLayout" Target="/ppt/slideLayouts/slideLayout2.xml" Id="Rd5f7116f37aa4080" /><Relationship Type="http://schemas.openxmlformats.org/officeDocument/2006/relationships/slideLayout" Target="/ppt/slideLayouts/slideLayout3.xml" Id="R9db3bf29d0e5404c" /><Relationship Type="http://schemas.openxmlformats.org/officeDocument/2006/relationships/slideLayout" Target="/ppt/slideLayouts/slideLayout4.xml" Id="R3942d9dddf244a6b" /><Relationship Type="http://schemas.openxmlformats.org/officeDocument/2006/relationships/slideLayout" Target="/ppt/slideLayouts/slideLayout5.xml" Id="R1544079de4ca4100" /><Relationship Type="http://schemas.openxmlformats.org/officeDocument/2006/relationships/slideLayout" Target="/ppt/slideLayouts/slideLayout6.xml" Id="R146e48044dc048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cbadae11d84cb8"/>
    <p:sldLayoutId xmlns:r="http://schemas.openxmlformats.org/officeDocument/2006/relationships" id="2147483650" r:id="Rd5f7116f37aa4080"/>
    <p:sldLayoutId xmlns:r="http://schemas.openxmlformats.org/officeDocument/2006/relationships" id="2147483651" r:id="R9db3bf29d0e5404c"/>
    <p:sldLayoutId xmlns:r="http://schemas.openxmlformats.org/officeDocument/2006/relationships" id="2147483652" r:id="R3942d9dddf244a6b"/>
    <p:sldLayoutId xmlns:r="http://schemas.openxmlformats.org/officeDocument/2006/relationships" id="2147483653" r:id="R1544079de4ca4100"/>
    <p:sldLayoutId xmlns:r="http://schemas.openxmlformats.org/officeDocument/2006/relationships" id="2147483654" r:id="R146e48044dc048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a8d2a75057446f" /><Relationship Type="http://schemas.openxmlformats.org/officeDocument/2006/relationships/notesSlide" Target="/ppt/notesSlides/notesSlide1.xml" Id="R4cfa4b43f60448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e00684a7e940cc" /><Relationship Type="http://schemas.openxmlformats.org/officeDocument/2006/relationships/notesSlide" Target="/ppt/notesSlides/notesSlide2.xml" Id="R85840485e93b49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ab8d29cb9a4647" /><Relationship Type="http://schemas.openxmlformats.org/officeDocument/2006/relationships/notesSlide" Target="/ppt/notesSlides/notesSlide3.xml" Id="R1cdc8f97904947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f8834d74b94f8b" /><Relationship Type="http://schemas.openxmlformats.org/officeDocument/2006/relationships/notesSlide" Target="/ppt/notesSlides/notesSlide4.xml" Id="R1329ef90035541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ccf79340924285" /><Relationship Type="http://schemas.openxmlformats.org/officeDocument/2006/relationships/notesSlide" Target="/ppt/notesSlides/notesSlide5.xml" Id="Rc5f469691d5143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7697fde3d64137" /><Relationship Type="http://schemas.openxmlformats.org/officeDocument/2006/relationships/notesSlide" Target="/ppt/notesSlides/notesSlide6.xml" Id="R157e77bf088344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ca046dd92e41c9" /><Relationship Type="http://schemas.openxmlformats.org/officeDocument/2006/relationships/notesSlide" Target="/ppt/notesSlides/notesSlide7.xml" Id="R7da6016c60f64b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46e6dcd0cc24378" /><Relationship Type="http://schemas.openxmlformats.org/officeDocument/2006/relationships/notesSlide" Target="/ppt/notesSlides/notesSlide8.xml" Id="R1ec1c84544c94360"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A logical network design</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U1-W13-L02  ·  1/8  ·  Content CC BY 4.0 / code MIT</a:t>
            </a:r>
          </a:p>
        </p:txBody>
      </p:sp>
      <p:sp>
        <p:nvSpPr>
          <p:cNvPr id="6" name="Body 1">
            <a:extLst xmlns:a="http://schemas.openxmlformats.org/drawingml/2006/main">
              <a:ext uri="{FF2B5EF4-FFF2-40B4-BE49-F238E27FC236}">
                <a16:creationId xmlns:a16="http://schemas.microsoft.com/office/drawing/2014/main" id="{72BB4CC7-F890-4940-A17B-4D1F71EF6024}"/>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1 · Week 13 · Lesson 2</a:t>
            </a:r>
          </a:p>
        </p:txBody>
      </p:sp>
      <p:sp>
        <p:nvSpPr>
          <p:cNvPr id="7" name="Body 2">
            <a:extLst xmlns:a="http://schemas.openxmlformats.org/drawingml/2006/main">
              <a:ext uri="{FF2B5EF4-FFF2-40B4-BE49-F238E27FC236}">
                <a16:creationId xmlns:a16="http://schemas.microsoft.com/office/drawing/2014/main" id="{1F59E13E-595D-47A8-BFC4-E3354D21BDE2}"/>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Connect device roles, addresses and course symbols.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Retrieval and explanation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U1-W13-L02  ·  2/8  ·  Content CC BY 4.0 / code MIT</a:t>
            </a:r>
          </a:p>
        </p:txBody>
      </p:sp>
      <p:sp>
        <p:nvSpPr>
          <p:cNvPr id="8" name="Body 1">
            <a:extLst xmlns:a="http://schemas.openxmlformats.org/drawingml/2006/main">
              <a:ext uri="{FF2B5EF4-FFF2-40B4-BE49-F238E27FC236}">
                <a16:creationId xmlns:a16="http://schemas.microsoft.com/office/drawing/2014/main" id="{1EE42918-E0EA-42E6-820B-8B4254DC194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device connects wireless clients?</a:t>
            </a:r>
          </a:p>
        </p:txBody>
      </p:sp>
      <p:sp>
        <p:nvSpPr>
          <p:cNvPr id="9" name="Body 2">
            <a:extLst xmlns:a="http://schemas.openxmlformats.org/drawingml/2006/main">
              <a:ext uri="{FF2B5EF4-FFF2-40B4-BE49-F238E27FC236}">
                <a16:creationId xmlns:a16="http://schemas.microsoft.com/office/drawing/2014/main" id="{B507110D-3644-46DA-AA02-A0F445414E8C}"/>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device connects different IP networks?</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Diagram checklist</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U1-W13-L02  ·  3/8  ·  Content CC BY 4.0 / code MIT</a:t>
            </a:r>
          </a:p>
        </p:txBody>
      </p:sp>
      <p:graphicFrame>
        <p:nvGraphicFramePr>
          <p:cNvPr id="5" name="">
            <a:extLst xmlns:a="http://schemas.openxmlformats.org/drawingml/2006/main">
              <a:ext uri="{FF2B5EF4-FFF2-40B4-BE49-F238E27FC236}">
                <a16:creationId xmlns:a16="http://schemas.microsoft.com/office/drawing/2014/main" id="{4F1EED9F-D8FB-44C2-BF6C-BAA2F1629517}"/>
              </a:ext>
            </a:extLst>
          </p:cNvPr>
          <p:cNvGraphicFramePr/>
          <p:nvPr/>
        </p:nvGraphicFramePr>
        <p:xfrm>
          <a:off xmlns:a="http://schemas.openxmlformats.org/drawingml/2006/main" x="685800" y="1524000"/>
          <a:ext xmlns:a="http://schemas.openxmlformats.org/drawingml/2006/main" cx="10820400" cy="4038600"/>
        </p:xfrm>
        <a:graphic xmlns:a="http://schemas.openxmlformats.org/drawingml/2006/main">
          <a:graphicData uri="http://schemas.openxmlformats.org/drawingml/2006/table">
            <a:tbl>
              <a:tblPr/>
              <a:tblGrid>
                <a:gridCol w="5410200"/>
                <a:gridCol w="5410200"/>
              </a:tblGrid>
              <a:tr h="673100">
                <a:tc>
                  <a:txBody>
                    <a:bodyPr lIns="85725" tIns="85725" rIns="85725" bIns="85725"/>
                    <a:lstStyle/>
                    <a:p>
                      <a:r>
                        <a:rPr sz="2100" b="1">
                          <a:solidFill>
                            <a:srgbClr val="FFFFFF"/>
                          </a:solidFill>
                          <a:latin typeface="Arial"/>
                          <a:ea typeface="Arial"/>
                          <a:cs typeface="Arial"/>
                        </a:rPr>
                        <a:t>Include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Check</a:t>
                      </a:r>
                    </a:p>
                  </a:txBody>
                  <a:tcPr marL="91440" marR="91440" marT="45720" marB="45720">
                    <a:solidFill>
                      <a:srgbClr val="285747"/>
                    </a:solidFill>
                  </a:tcPr>
                </a:tc>
              </a:tr>
              <a:tr h="673100">
                <a:tc>
                  <a:txBody>
                    <a:bodyPr lIns="85725" tIns="85725" rIns="85725" bIns="85725"/>
                    <a:lstStyle/>
                    <a:p>
                      <a:r>
                        <a:rPr sz="2100" b="0">
                          <a:solidFill>
                            <a:srgbClr val="18322D"/>
                          </a:solidFill>
                          <a:latin typeface="Arial"/>
                          <a:ea typeface="Arial"/>
                          <a:cs typeface="Arial"/>
                        </a:rPr>
                        <a:t>Devices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Correct role and course symbol</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Links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Connected to the intended device</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Addresses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Unique host allocations and mask</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Gateway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Router interface on the LAN</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Boundary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Course firewall convention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desktop request to a local server</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U1-W13-L02  ·  4/8  ·  Content CC BY 4.0 / code MIT</a:t>
            </a:r>
          </a:p>
        </p:txBody>
      </p:sp>
      <p:sp>
        <p:nvSpPr>
          <p:cNvPr id="8" name="Body 1">
            <a:extLst xmlns:a="http://schemas.openxmlformats.org/drawingml/2006/main">
              <a:ext uri="{FF2B5EF4-FFF2-40B4-BE49-F238E27FC236}">
                <a16:creationId xmlns:a16="http://schemas.microsoft.com/office/drawing/2014/main" id="{1B7BFDF1-3AF3-4905-9A6D-D50CB4FC390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Identify desktop, switch and server.</a:t>
            </a:r>
          </a:p>
        </p:txBody>
      </p:sp>
      <p:sp>
        <p:nvSpPr>
          <p:cNvPr id="9" name="Body 2">
            <a:extLst xmlns:a="http://schemas.openxmlformats.org/drawingml/2006/main">
              <a:ext uri="{FF2B5EF4-FFF2-40B4-BE49-F238E27FC236}">
                <a16:creationId xmlns:a16="http://schemas.microsoft.com/office/drawing/2014/main" id="{5026790D-EC03-4FA6-9695-5F73B83DFB86}"/>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Trace the local communication path.</a:t>
            </a:r>
          </a:p>
        </p:txBody>
      </p:sp>
      <p:sp>
        <p:nvSpPr>
          <p:cNvPr id="10" name="Body 3">
            <a:extLst xmlns:a="http://schemas.openxmlformats.org/drawingml/2006/main">
              <a:ext uri="{FF2B5EF4-FFF2-40B4-BE49-F238E27FC236}">
                <a16:creationId xmlns:a16="http://schemas.microsoft.com/office/drawing/2014/main" id="{CEC2FD56-7CDB-438D-9585-61A207A53AE9}"/>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Then contrast a remote destination.</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Diagram peer review</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U1-W13-L02  ·  5/8  ·  Content CC BY 4.0 / code MIT</a:t>
            </a:r>
          </a:p>
        </p:txBody>
      </p:sp>
      <p:sp>
        <p:nvSpPr>
          <p:cNvPr id="8" name="Body 1">
            <a:extLst xmlns:a="http://schemas.openxmlformats.org/drawingml/2006/main">
              <a:ext uri="{FF2B5EF4-FFF2-40B4-BE49-F238E27FC236}">
                <a16:creationId xmlns:a16="http://schemas.microsoft.com/office/drawing/2014/main" id="{D3FC9F65-297C-4316-9A35-C8F87F2DD03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Trace a wireless client’s route to the server.</a:t>
            </a:r>
          </a:p>
        </p:txBody>
      </p:sp>
      <p:sp>
        <p:nvSpPr>
          <p:cNvPr id="9" name="Body 2">
            <a:extLst xmlns:a="http://schemas.openxmlformats.org/drawingml/2006/main">
              <a:ext uri="{FF2B5EF4-FFF2-40B4-BE49-F238E27FC236}">
                <a16:creationId xmlns:a16="http://schemas.microsoft.com/office/drawing/2014/main" id="{D89AC50D-6B79-4E49-92A8-2494028D899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Check the access point connection.</a:t>
            </a:r>
          </a:p>
        </p:txBody>
      </p:sp>
      <p:sp>
        <p:nvSpPr>
          <p:cNvPr id="10" name="Body 3">
            <a:extLst xmlns:a="http://schemas.openxmlformats.org/drawingml/2006/main">
              <a:ext uri="{FF2B5EF4-FFF2-40B4-BE49-F238E27FC236}">
                <a16:creationId xmlns:a16="http://schemas.microsoft.com/office/drawing/2014/main" id="{C9C297C9-798E-4E87-8E25-ABE7F577721E}"/>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Check the router interface and mask.</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U1-W13-L02  ·  6/8  ·  Content CC BY 4.0 / code MIT</a:t>
            </a:r>
          </a:p>
        </p:txBody>
      </p:sp>
      <p:sp>
        <p:nvSpPr>
          <p:cNvPr id="8" name="Body 1">
            <a:extLst xmlns:a="http://schemas.openxmlformats.org/drawingml/2006/main">
              <a:ext uri="{FF2B5EF4-FFF2-40B4-BE49-F238E27FC236}">
                <a16:creationId xmlns:a16="http://schemas.microsoft.com/office/drawing/2014/main" id="{607C72D8-0B9D-4C5F-B9B4-0044E2AAFC06}"/>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Draw the fictional library’s logical network.</a:t>
            </a:r>
          </a:p>
        </p:txBody>
      </p:sp>
      <p:sp>
        <p:nvSpPr>
          <p:cNvPr id="9" name="Body 2">
            <a:extLst xmlns:a="http://schemas.openxmlformats.org/drawingml/2006/main">
              <a:ext uri="{FF2B5EF4-FFF2-40B4-BE49-F238E27FC236}">
                <a16:creationId xmlns:a16="http://schemas.microsoft.com/office/drawing/2014/main" id="{4DD8DC9F-7E7A-45B5-A5AD-761489D98904}"/>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Use the supplied course symbol reference.</a:t>
            </a:r>
          </a:p>
        </p:txBody>
      </p:sp>
      <p:sp>
        <p:nvSpPr>
          <p:cNvPr id="10" name="Body 3">
            <a:extLst xmlns:a="http://schemas.openxmlformats.org/drawingml/2006/main">
              <a:ext uri="{FF2B5EF4-FFF2-40B4-BE49-F238E27FC236}">
                <a16:creationId xmlns:a16="http://schemas.microsoft.com/office/drawing/2014/main" id="{1E8D3ED4-E78C-4988-B46B-3AFCB7C9271E}"/>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Annotate links, addresses and a traffic trace.</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choice to explain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U1-W13-L02  ·  7/8  ·  Content CC BY 4.0 / code MIT</a:t>
            </a:r>
          </a:p>
        </p:txBody>
      </p:sp>
      <p:sp>
        <p:nvSpPr>
          <p:cNvPr id="8" name="Body 1">
            <a:extLst xmlns:a="http://schemas.openxmlformats.org/drawingml/2006/main">
              <a:ext uri="{FF2B5EF4-FFF2-40B4-BE49-F238E27FC236}">
                <a16:creationId xmlns:a16="http://schemas.microsoft.com/office/drawing/2014/main" id="{792AE2DB-0998-4B40-9AE8-D1E30589442F}"/>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text chain lists the devices in order.</a:t>
            </a:r>
          </a:p>
        </p:txBody>
      </p:sp>
      <p:sp>
        <p:nvSpPr>
          <p:cNvPr id="9" name="Body 2">
            <a:extLst xmlns:a="http://schemas.openxmlformats.org/drawingml/2006/main">
              <a:ext uri="{FF2B5EF4-FFF2-40B4-BE49-F238E27FC236}">
                <a16:creationId xmlns:a16="http://schemas.microsoft.com/office/drawing/2014/main" id="{2313EAA0-B290-4F0E-93E9-728C8A948A91}"/>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It replaces every required course symbol drawing.</a:t>
            </a:r>
          </a:p>
        </p:txBody>
      </p:sp>
      <p:sp>
        <p:nvSpPr>
          <p:cNvPr id="10" name="Body 3">
            <a:extLst xmlns:a="http://schemas.openxmlformats.org/drawingml/2006/main">
              <a:ext uri="{FF2B5EF4-FFF2-40B4-BE49-F238E27FC236}">
                <a16:creationId xmlns:a16="http://schemas.microsoft.com/office/drawing/2014/main" id="{ED7F09F2-A314-42EF-820D-ECF7C3643617}"/>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It helps plan the later symbol drawing.</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Exit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U1-W13-L02  ·  8/8  ·  Content CC BY 4.0 / code MIT</a:t>
            </a:r>
          </a:p>
        </p:txBody>
      </p:sp>
      <p:sp>
        <p:nvSpPr>
          <p:cNvPr id="8" name="Body 1">
            <a:extLst xmlns:a="http://schemas.openxmlformats.org/drawingml/2006/main">
              <a:ext uri="{FF2B5EF4-FFF2-40B4-BE49-F238E27FC236}">
                <a16:creationId xmlns:a16="http://schemas.microsoft.com/office/drawing/2014/main" id="{0DB0A964-2566-4BB7-8761-8071F8DD89E8}"/>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one complete local path.</a:t>
            </a:r>
          </a:p>
        </p:txBody>
      </p:sp>
      <p:sp>
        <p:nvSpPr>
          <p:cNvPr id="9" name="Body 2">
            <a:extLst xmlns:a="http://schemas.openxmlformats.org/drawingml/2006/main">
              <a:ext uri="{FF2B5EF4-FFF2-40B4-BE49-F238E27FC236}">
                <a16:creationId xmlns:a16="http://schemas.microsoft.com/office/drawing/2014/main" id="{42837F54-D118-436A-B29F-19ACC4382B95}"/>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Identify one remaining symbol or address correction.</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2026-10-15T12:28:35.0270000Z</dcterms:created>
  <dcterms:modified xsi:type="dcterms:W3CDTF">2026-10-15T12:28:35.0270000Z</dcterms:modified>
</coreProperties>
</file>