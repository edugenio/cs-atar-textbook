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5612da6a044f48" /><Relationship Type="http://schemas.openxmlformats.org/officeDocument/2006/relationships/extended-properties" Target="/docProps/app.xml" Id="Rabca48af884842fb" /><Relationship Type="http://schemas.openxmlformats.org/officeDocument/2006/relationships/officeDocument" Target="/ppt/presentation.xml" Id="R0a74c7d3390d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056e377a14ff8"/>
  </p:sldMasterIdLst>
  <p:notesMasterIdLst>
    <p:notesMasterId xmlns:r="http://schemas.openxmlformats.org/officeDocument/2006/relationships" r:id="R327af7f56c6b40cc"/>
  </p:notesMasterIdLst>
  <p:sldIdLst>
    <p:sldId xmlns:r="http://schemas.openxmlformats.org/officeDocument/2006/relationships" id="256" r:id="R5e3145bd22334397"/>
    <p:sldId xmlns:r="http://schemas.openxmlformats.org/officeDocument/2006/relationships" id="257" r:id="Rcbcd20a1c4da4a9c"/>
    <p:sldId xmlns:r="http://schemas.openxmlformats.org/officeDocument/2006/relationships" id="258" r:id="R846effc360874914"/>
    <p:sldId xmlns:r="http://schemas.openxmlformats.org/officeDocument/2006/relationships" id="259" r:id="Rdf1b0feceef24853"/>
    <p:sldId xmlns:r="http://schemas.openxmlformats.org/officeDocument/2006/relationships" id="260" r:id="R8456a7fe0ba148fb"/>
    <p:sldId xmlns:r="http://schemas.openxmlformats.org/officeDocument/2006/relationships" id="261" r:id="R5f0ab446410e4dd8"/>
    <p:sldId xmlns:r="http://schemas.openxmlformats.org/officeDocument/2006/relationships" id="262" r:id="R4b08917da5c344e3"/>
    <p:sldId xmlns:r="http://schemas.openxmlformats.org/officeDocument/2006/relationships" id="263" r:id="Rd660f5fafa7f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dd3a69f584099" /><Relationship Type="http://schemas.openxmlformats.org/officeDocument/2006/relationships/slideMaster" Target="/ppt/slideMasters/slideMaster1.xml" Id="R920056e377a14ff8" /><Relationship Type="http://schemas.openxmlformats.org/officeDocument/2006/relationships/notesMaster" Target="/ppt/notesMasters/notesMaster1.xml" Id="R327af7f56c6b40cc" /><Relationship Type="http://schemas.openxmlformats.org/officeDocument/2006/relationships/presProps" Target="/ppt/presProps.xml" Id="Reb0ed1402cf54068" /><Relationship Type="http://schemas.openxmlformats.org/officeDocument/2006/relationships/tableStyles" Target="/ppt/tableStyles.xml" Id="Rf24978ddceee4a3d" /><Relationship Type="http://schemas.openxmlformats.org/officeDocument/2006/relationships/slide" Target="/ppt/slides/slide1.xml" Id="R5e3145bd22334397" /><Relationship Type="http://schemas.openxmlformats.org/officeDocument/2006/relationships/slide" Target="/ppt/slides/slide2.xml" Id="Rcbcd20a1c4da4a9c" /><Relationship Type="http://schemas.openxmlformats.org/officeDocument/2006/relationships/slide" Target="/ppt/slides/slide3.xml" Id="R846effc360874914" /><Relationship Type="http://schemas.openxmlformats.org/officeDocument/2006/relationships/slide" Target="/ppt/slides/slide4.xml" Id="Rdf1b0feceef24853" /><Relationship Type="http://schemas.openxmlformats.org/officeDocument/2006/relationships/slide" Target="/ppt/slides/slide5.xml" Id="R8456a7fe0ba148fb" /><Relationship Type="http://schemas.openxmlformats.org/officeDocument/2006/relationships/slide" Target="/ppt/slides/slide6.xml" Id="R5f0ab446410e4dd8" /><Relationship Type="http://schemas.openxmlformats.org/officeDocument/2006/relationships/slide" Target="/ppt/slides/slide7.xml" Id="R4b08917da5c344e3" /><Relationship Type="http://schemas.openxmlformats.org/officeDocument/2006/relationships/slide" Target="/ppt/slides/slide8.xml" Id="Rd660f5fafa7f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561db4822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d4baa7a9f4468" /><Relationship Type="http://schemas.openxmlformats.org/officeDocument/2006/relationships/notesMaster" Target="/ppt/notesMasters/notesMaster1.xml" Id="Re3186f34fee3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1154c6d87417d" /><Relationship Type="http://schemas.openxmlformats.org/officeDocument/2006/relationships/notesMaster" Target="/ppt/notesMasters/notesMaster1.xml" Id="Rb4e43641a44149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9219baca5498a" /><Relationship Type="http://schemas.openxmlformats.org/officeDocument/2006/relationships/notesMaster" Target="/ppt/notesMasters/notesMaster1.xml" Id="Rf8728981871442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28473d666943d2" /><Relationship Type="http://schemas.openxmlformats.org/officeDocument/2006/relationships/notesMaster" Target="/ppt/notesMasters/notesMaster1.xml" Id="Rb184802c0c6941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d9a697f9634f02" /><Relationship Type="http://schemas.openxmlformats.org/officeDocument/2006/relationships/notesMaster" Target="/ppt/notesMasters/notesMaster1.xml" Id="R49d3362b98004a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f109152e4140d8" /><Relationship Type="http://schemas.openxmlformats.org/officeDocument/2006/relationships/notesMaster" Target="/ppt/notesMasters/notesMaster1.xml" Id="R23e80fa34de24b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2ab88ade174d59" /><Relationship Type="http://schemas.openxmlformats.org/officeDocument/2006/relationships/notesMaster" Target="/ppt/notesMasters/notesMaster1.xml" Id="R218bd0b01faf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9da4781b0547c7" /><Relationship Type="http://schemas.openxmlformats.org/officeDocument/2006/relationships/notesMaster" Target="/ppt/notesMasters/notesMaster1.xml" Id="R6023c58a9d8a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Use feedback to improve an explanation independently. This is ungraded textbook learning. Suggested times can be adjusted to the class.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students choose an addressing, device-role, access or performance error. An exact correction is more useful than a confidence rating alone. Allow silent thinking before discussion. Ask a learner to justify an answer before revealing the explanation.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only errors present in learners’ work. Broadcasts consume resources within a broadcast domain, while routers ordinarily separate those domains.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transfer suggests a wireless-specific investigation, while other evidence may still change the hypothesis. Pause for predictions before discussing the expected result.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Partners explain the rule rather than copy corrected sentences. Example: change a destination network while keeping the sender mask fixed. Swap explaining and checking roles so both learners articulate the reasoning.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a short independent explanation for teacher planning. It remains an ungraded practice record. Offer the relevant worked example if needed, then use a changed case to check independent understanding.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Accurate copying does not show that the underlying decision rule can be applied independently. Give thinking time and collect reasons, without recording scores.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new example exercises the same concept with different data or conditions. Use the response to select the next explanation or practice activity.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314bb200644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7bb1068384b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484f0196c4c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75e780f6248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442ae1d6f4d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4806103b7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3d24b09ce4991" /><Relationship Type="http://schemas.openxmlformats.org/officeDocument/2006/relationships/slideLayout" Target="/ppt/slideLayouts/slideLayout1.xml" Id="Rc24f3f9c23ec4373" /><Relationship Type="http://schemas.openxmlformats.org/officeDocument/2006/relationships/slideLayout" Target="/ppt/slideLayouts/slideLayout2.xml" Id="R23f44e2dea544538" /><Relationship Type="http://schemas.openxmlformats.org/officeDocument/2006/relationships/slideLayout" Target="/ppt/slideLayouts/slideLayout3.xml" Id="R0ad3d5fd735d442e" /><Relationship Type="http://schemas.openxmlformats.org/officeDocument/2006/relationships/slideLayout" Target="/ppt/slideLayouts/slideLayout4.xml" Id="Rf602f0aa57f7467e" /><Relationship Type="http://schemas.openxmlformats.org/officeDocument/2006/relationships/slideLayout" Target="/ppt/slideLayouts/slideLayout5.xml" Id="Rf647a75a17d74a87" /><Relationship Type="http://schemas.openxmlformats.org/officeDocument/2006/relationships/slideLayout" Target="/ppt/slideLayouts/slideLayout6.xml" Id="Rf1ff3ae6e9b9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4f3f9c23ec4373"/>
    <p:sldLayoutId xmlns:r="http://schemas.openxmlformats.org/officeDocument/2006/relationships" id="2147483650" r:id="R23f44e2dea544538"/>
    <p:sldLayoutId xmlns:r="http://schemas.openxmlformats.org/officeDocument/2006/relationships" id="2147483651" r:id="R0ad3d5fd735d442e"/>
    <p:sldLayoutId xmlns:r="http://schemas.openxmlformats.org/officeDocument/2006/relationships" id="2147483652" r:id="Rf602f0aa57f7467e"/>
    <p:sldLayoutId xmlns:r="http://schemas.openxmlformats.org/officeDocument/2006/relationships" id="2147483653" r:id="Rf647a75a17d74a87"/>
    <p:sldLayoutId xmlns:r="http://schemas.openxmlformats.org/officeDocument/2006/relationships" id="2147483654" r:id="Rf1ff3ae6e9b9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46c7c70d84461" /><Relationship Type="http://schemas.openxmlformats.org/officeDocument/2006/relationships/notesSlide" Target="/ppt/notesSlides/notesSlide1.xml" Id="Re345e5cef3a548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fdd6f84f744b5" /><Relationship Type="http://schemas.openxmlformats.org/officeDocument/2006/relationships/notesSlide" Target="/ppt/notesSlides/notesSlide2.xml" Id="Rcac6933b52d74f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6cc3f81564faf" /><Relationship Type="http://schemas.openxmlformats.org/officeDocument/2006/relationships/notesSlide" Target="/ppt/notesSlides/notesSlide3.xml" Id="R4b81ff176245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f4bbc8c3e4d1a" /><Relationship Type="http://schemas.openxmlformats.org/officeDocument/2006/relationships/notesSlide" Target="/ppt/notesSlides/notesSlide4.xml" Id="Rd39107e3de654f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79cc5a6b14dc9" /><Relationship Type="http://schemas.openxmlformats.org/officeDocument/2006/relationships/notesSlide" Target="/ppt/notesSlides/notesSlide5.xml" Id="R01f8b5dbeff7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c92efb0fe4668" /><Relationship Type="http://schemas.openxmlformats.org/officeDocument/2006/relationships/notesSlide" Target="/ppt/notesSlides/notesSlide6.xml" Id="R8340d7fa234a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3bfddd66946b6" /><Relationship Type="http://schemas.openxmlformats.org/officeDocument/2006/relationships/notesSlide" Target="/ppt/notesSlides/notesSlide7.xml" Id="R67b4c4cb3f0e44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6f43e179b4ca6" /><Relationship Type="http://schemas.openxmlformats.org/officeDocument/2006/relationships/notesSlide" Target="/ppt/notesSlides/notesSlide8.xml" Id="Rfa4a897609444b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Network corrections and fresh transfer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DDEC36AC-A5A3-4E96-B7D8-66B7813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14 · Lesson 4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318BEF31-55AF-4498-886C-6DC8FFA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feedback to improve an explanation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C34D6FE4-16C3-4F13-BB81-B0994A5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network error have you corrected this week?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16CB6F2-E8AF-4F10-AC72-A332348F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evidence showed that it was wrong?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Common corrections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C33B9-DF7D-40DB-921A-51255C608644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Claim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More accurate reasoning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Wi-Fi means WAN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Media and geographic scale differ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Switch removes broadcasts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Basic switches still forward broadcasts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Ping proves web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ICMP and application tests differ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More capacity fixes delay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Find the actual constraint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corrected explanation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EB19295-46B0-470E-B9F8-2FCA5A57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Original: a new switch fixes all slow downloads.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A614205-98DF-420E-AE55-47072A3C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Correction: locate the bottleneck first.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8B110925-EDBD-4FCC-A9BB-2211DD60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Transfer: what if only wireless users are affected?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Explain the correction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0B582EE-2E39-44A3-9770-38F4A7C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Show your original reasoning.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501582A-5E14-4DC5-AE3E-9EB41444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the exact mistaken rule.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5FB13398-9D6C-4EEC-B3FD-4C8DB323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Try changed data without the worked answer.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593FAC8-08A6-43D3-8829-7C4DACC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Complete a fresh address and traffic-path case.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1443C38-8788-4322-95C9-C39C9112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Add an access-control test and a performance limit.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87F3C4D5-7650-42F0-892E-8CE2BEF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one priority for consolidation.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E8FAD7B-27AF-479C-A002-E7B320F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You copied the explained answer accurately.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CCFB4F4-CF5F-49A1-BC5D-F1F569B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That alone shows transfer to a new situation.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B4B64A6A-7242-4EBF-A99C-CC9AC4B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A changed example is needed to check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U1-W14-L04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328B432-10CB-472A-BD0A-8100ED07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one corrected rule from memory.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CFC5335-9E5A-431F-91F7-C68F6462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a changed example to revisit next week.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2026-10-15T12:29:01.1970000Z</dcterms:created>
  <dcterms:modified xsi:type="dcterms:W3CDTF">2026-10-15T12:29:01.1970000Z</dcterms:modified>
</coreProperties>
</file>